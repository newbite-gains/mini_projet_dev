
<file path=[Content_Types].xml><?xml version="1.0" encoding="utf-8"?>
<Types xmlns="http://schemas.openxmlformats.org/package/2006/content-types">
  <Default Extension="bin"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3.bin"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dia/image30.bin" ContentType="image/svg+xml"/>
  <Override PartName="/ppt/media/image32.bin" ContentType="image/svg+xml"/>
  <Override PartName="/ppt/media/image103.bin" ContentType="image/svg+xml"/>
  <Override PartName="/ppt/media/image105.bin" ContentType="image/svg+xml"/>
  <Override PartName="/ppt/media/image161.bin" ContentType="image/svg+xml"/>
  <Override PartName="/ppt/media/image165.bin" ContentType="image/svg+xml"/>
  <Override PartName="/ppt/media/image1610.bin" ContentType="image/svg+xml"/>
  <Override PartName="/ppt/media/image1650.bin" ContentType="image/svg+xml"/>
  <Override PartName="/ppt/media/image150.bin" ContentType="image/svg+xml"/>
  <Override PartName="/ppt/media/image152.bin" ContentType="image/svg+xml"/>
  <Override PartName="/ppt/media/image1652.bin" ContentType="image/svg+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9" r:id="rId7"/>
    <p:sldId id="264" r:id="rId8"/>
    <p:sldId id="265" r:id="rId9"/>
    <p:sldId id="267" r:id="rId10"/>
    <p:sldId id="266" r:id="rId11"/>
    <p:sldId id="292" r:id="rId12"/>
    <p:sldId id="271" r:id="rId13"/>
    <p:sldId id="270" r:id="rId14"/>
    <p:sldId id="268" r:id="rId15"/>
    <p:sldId id="263" r:id="rId16"/>
    <p:sldId id="272" r:id="rId17"/>
    <p:sldId id="294" r:id="rId18"/>
    <p:sldId id="293" r:id="rId19"/>
    <p:sldId id="274" r:id="rId20"/>
    <p:sldId id="296" r:id="rId21"/>
    <p:sldId id="273" r:id="rId22"/>
    <p:sldId id="275" r:id="rId23"/>
    <p:sldId id="297" r:id="rId24"/>
    <p:sldId id="298" r:id="rId25"/>
    <p:sldId id="284" r:id="rId26"/>
    <p:sldId id="300" r:id="rId27"/>
    <p:sldId id="261" r:id="rId28"/>
    <p:sldId id="301" r:id="rId29"/>
  </p:sldIdLst>
  <p:sldSz cx="18288000" cy="10287000"/>
  <p:notesSz cx="18288000" cy="10287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50" d="100"/>
          <a:sy n="50" d="100"/>
        </p:scale>
        <p:origin x="946" y="206"/>
      </p:cViewPr>
      <p:guideLst>
        <p:guide orient="horz" pos="3240"/>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E9EDAD25-1B34-4629-85E5-D27F65FBFE01}" type="datetimeFigureOut">
              <a:rPr lang="fr-FR" smtClean="0"/>
              <a:t>04/01/2026</a:t>
            </a:fld>
            <a:endParaRPr lang="fr-FR"/>
          </a:p>
        </p:txBody>
      </p:sp>
      <p:sp>
        <p:nvSpPr>
          <p:cNvPr id="4" name="Espace réservé de l'image des diapositives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201D226B-9F7C-4329-A5FE-630CA6FA8875}" type="slidenum">
              <a:rPr lang="fr-FR" smtClean="0"/>
              <a:t>‹#›</a:t>
            </a:fld>
            <a:endParaRPr lang="fr-FR"/>
          </a:p>
        </p:txBody>
      </p:sp>
    </p:spTree>
    <p:extLst>
      <p:ext uri="{BB962C8B-B14F-4D97-AF65-F5344CB8AC3E}">
        <p14:creationId xmlns:p14="http://schemas.microsoft.com/office/powerpoint/2010/main" val="3680643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01D226B-9F7C-4329-A5FE-630CA6FA8875}" type="slidenum">
              <a:rPr lang="fr-FR" smtClean="0"/>
              <a:t>16</a:t>
            </a:fld>
            <a:endParaRPr lang="fr-FR"/>
          </a:p>
        </p:txBody>
      </p:sp>
    </p:spTree>
    <p:extLst>
      <p:ext uri="{BB962C8B-B14F-4D97-AF65-F5344CB8AC3E}">
        <p14:creationId xmlns:p14="http://schemas.microsoft.com/office/powerpoint/2010/main" val="2599380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01D226B-9F7C-4329-A5FE-630CA6FA8875}" type="slidenum">
              <a:rPr lang="fr-FR" smtClean="0"/>
              <a:t>17</a:t>
            </a:fld>
            <a:endParaRPr lang="fr-FR"/>
          </a:p>
        </p:txBody>
      </p:sp>
    </p:spTree>
    <p:extLst>
      <p:ext uri="{BB962C8B-B14F-4D97-AF65-F5344CB8AC3E}">
        <p14:creationId xmlns:p14="http://schemas.microsoft.com/office/powerpoint/2010/main" val="2881441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04-01-2026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53475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04-01-2026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138595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B8CEAE-9ACF-4870-96B2-2FDD755B4008}" type="datetimeFigureOut">
              <a:rPr lang="en-IN" smtClean="0"/>
              <a:t>04-01-2026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889559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B8CEAE-9ACF-4870-96B2-2FDD755B4008}" type="datetimeFigureOut">
              <a:rPr lang="en-IN" smtClean="0"/>
              <a:t>04-01-2026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63965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B8CEAE-9ACF-4870-96B2-2FDD755B4008}" type="datetimeFigureOut">
              <a:rPr lang="en-IN" smtClean="0"/>
              <a:t>04-01-2026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781391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B8CEAE-9ACF-4870-96B2-2FDD755B4008}" type="datetimeFigureOut">
              <a:rPr lang="en-IN" smtClean="0"/>
              <a:t>04-01-2026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1320817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B8CEAE-9ACF-4870-96B2-2FDD755B4008}" type="datetimeFigureOut">
              <a:rPr lang="en-IN" smtClean="0"/>
              <a:t>04-01-2026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706754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04-01-2026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470941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04-01-2026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68880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04-01-2026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333150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04-01-2026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4276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8CEAE-9ACF-4870-96B2-2FDD755B4008}" type="datetimeFigureOut">
              <a:rPr lang="en-IN" smtClean="0"/>
              <a:t>04-01-2026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4AC96-115D-4CF4-9B0B-0F2A89887B52}" type="slidenum">
              <a:rPr lang="en-IN" smtClean="0"/>
              <a:t>‹#›</a:t>
            </a:fld>
            <a:endParaRPr lang="en-IN"/>
          </a:p>
        </p:txBody>
      </p:sp>
    </p:spTree>
    <p:extLst>
      <p:ext uri="{BB962C8B-B14F-4D97-AF65-F5344CB8AC3E}">
        <p14:creationId xmlns:p14="http://schemas.microsoft.com/office/powerpoint/2010/main" val="37780842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image" Target="../media/image1.bin"/><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72" Type="http://schemas.openxmlformats.org/officeDocument/2006/relationships/image" Target="../media/image8.bin"/><Relationship Id="rId3" Type="http://schemas.openxmlformats.org/officeDocument/2006/relationships/image" Target="../media/image4.bin"/><Relationship Id="rId68" Type="http://schemas.openxmlformats.org/officeDocument/2006/relationships/image" Target="../media/image30.bin"/><Relationship Id="rId71" Type="http://schemas.openxmlformats.org/officeDocument/2006/relationships/image" Target="../media/image32.bin"/><Relationship Id="rId2" Type="http://schemas.openxmlformats.org/officeDocument/2006/relationships/image" Target="../media/image1.bin"/><Relationship Id="rId75" Type="http://schemas.openxmlformats.org/officeDocument/2006/relationships/image" Target="../media/image11.bin"/><Relationship Id="rId1" Type="http://schemas.openxmlformats.org/officeDocument/2006/relationships/slideLayout" Target="../slideLayouts/slideLayout7.xml"/><Relationship Id="rId74" Type="http://schemas.openxmlformats.org/officeDocument/2006/relationships/image" Target="../media/image10.bin"/><Relationship Id="rId5" Type="http://schemas.openxmlformats.org/officeDocument/2006/relationships/image" Target="../media/image6.bin"/><Relationship Id="rId73" Type="http://schemas.openxmlformats.org/officeDocument/2006/relationships/image" Target="../media/image9.bin"/><Relationship Id="rId4" Type="http://schemas.openxmlformats.org/officeDocument/2006/relationships/image" Target="../media/image5.bin"/><Relationship Id="rId69" Type="http://schemas.openxmlformats.org/officeDocument/2006/relationships/image" Target="../media/image7.bin"/></Relationships>
</file>

<file path=ppt/slides/_rels/slide3.xml.rels><?xml version="1.0" encoding="UTF-8" standalone="yes"?>
<Relationships xmlns="http://schemas.openxmlformats.org/package/2006/relationships"><Relationship Id="rId3" Type="http://schemas.openxmlformats.org/officeDocument/2006/relationships/image" Target="../media/image4.bin"/><Relationship Id="rId214" Type="http://schemas.openxmlformats.org/officeDocument/2006/relationships/image" Target="../media/image13.bin"/><Relationship Id="rId213" Type="http://schemas.openxmlformats.org/officeDocument/2006/relationships/image" Target="../media/image12.bin"/><Relationship Id="rId2" Type="http://schemas.openxmlformats.org/officeDocument/2006/relationships/image" Target="../media/image1.bin"/><Relationship Id="rId209" Type="http://schemas.openxmlformats.org/officeDocument/2006/relationships/image" Target="../media/image103.bin"/><Relationship Id="rId1" Type="http://schemas.openxmlformats.org/officeDocument/2006/relationships/slideLayout" Target="../slideLayouts/slideLayout7.xml"/><Relationship Id="rId212" Type="http://schemas.openxmlformats.org/officeDocument/2006/relationships/image" Target="../media/image105.bin"/><Relationship Id="rId5" Type="http://schemas.openxmlformats.org/officeDocument/2006/relationships/image" Target="../media/image6.bin"/><Relationship Id="rId4" Type="http://schemas.openxmlformats.org/officeDocument/2006/relationships/image" Target="../media/image5.bin"/><Relationship Id="rId210" Type="http://schemas.openxmlformats.org/officeDocument/2006/relationships/image" Target="../media/image7.bin"/></Relationships>
</file>

<file path=ppt/slides/_rels/slide4.xml.rels><?xml version="1.0" encoding="UTF-8" standalone="yes"?>
<Relationships xmlns="http://schemas.openxmlformats.org/package/2006/relationships"><Relationship Id="rId8" Type="http://schemas.openxmlformats.org/officeDocument/2006/relationships/image" Target="../media/image19.bin"/><Relationship Id="rId3" Type="http://schemas.openxmlformats.org/officeDocument/2006/relationships/image" Target="../media/image14.bin"/><Relationship Id="rId7" Type="http://schemas.openxmlformats.org/officeDocument/2006/relationships/image" Target="../media/image18.bin"/><Relationship Id="rId2" Type="http://schemas.openxmlformats.org/officeDocument/2006/relationships/image" Target="../media/image1.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6.bin"/><Relationship Id="rId4" Type="http://schemas.openxmlformats.org/officeDocument/2006/relationships/image" Target="../media/image15.bin"/></Relationships>
</file>

<file path=ppt/slides/_rels/slide5.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s>
</file>

<file path=ppt/slides/_rels/slide6.xml.rels><?xml version="1.0" encoding="UTF-8" standalone="yes"?>
<Relationships xmlns="http://schemas.openxmlformats.org/package/2006/relationships"><Relationship Id="rId324" Type="http://schemas.openxmlformats.org/officeDocument/2006/relationships/image" Target="../media/image161.bin"/><Relationship Id="rId332" Type="http://schemas.openxmlformats.org/officeDocument/2006/relationships/image" Target="../media/image23.png"/><Relationship Id="rId2" Type="http://schemas.openxmlformats.org/officeDocument/2006/relationships/image" Target="../media/image20.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s>
</file>

<file path=ppt/slides/_rels/slide7.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24.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s>
</file>

<file path=ppt/slides/_rels/slide8.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s>
</file>

<file path=ppt/slides/_rels/slide9.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25.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s>
</file>

<file path=ppt/slides/_rels/slide10.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26.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s>
</file>

<file path=ppt/slides/_rels/slide11.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s>
</file>

<file path=ppt/slides/_rels/slide12.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27.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 Id="rId333"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29.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 Id="rId333"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31.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34" Type="http://schemas.openxmlformats.org/officeDocument/2006/relationships/image" Target="../media/image33.png"/><Relationship Id="rId325" Type="http://schemas.openxmlformats.org/officeDocument/2006/relationships/image" Target="../media/image21.bin"/><Relationship Id="rId333"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34.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35" Type="http://schemas.openxmlformats.org/officeDocument/2006/relationships/image" Target="../media/image36.png"/><Relationship Id="rId326" Type="http://schemas.openxmlformats.org/officeDocument/2006/relationships/image" Target="../media/image22.bin"/><Relationship Id="rId334" Type="http://schemas.openxmlformats.org/officeDocument/2006/relationships/image" Target="../media/image27.png"/><Relationship Id="rId325" Type="http://schemas.openxmlformats.org/officeDocument/2006/relationships/image" Target="../media/image21.bin"/><Relationship Id="rId333"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1.bin"/><Relationship Id="rId324" Type="http://schemas.openxmlformats.org/officeDocument/2006/relationships/image" Target="../media/image161.bin"/><Relationship Id="rId332" Type="http://schemas.openxmlformats.org/officeDocument/2006/relationships/image" Target="../media/image37.png"/><Relationship Id="rId2" Type="http://schemas.openxmlformats.org/officeDocument/2006/relationships/notesSlide" Target="../notesSlides/notesSlide1.xml"/><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4" Type="http://schemas.openxmlformats.org/officeDocument/2006/relationships/image" Target="../media/image20.bin"/><Relationship Id="rId325" Type="http://schemas.openxmlformats.org/officeDocument/2006/relationships/image" Target="../media/image21.bin"/><Relationship Id="rId333"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1.bin"/><Relationship Id="rId324" Type="http://schemas.openxmlformats.org/officeDocument/2006/relationships/image" Target="../media/image161.bin"/><Relationship Id="rId332" Type="http://schemas.openxmlformats.org/officeDocument/2006/relationships/image" Target="../media/image39.png"/><Relationship Id="rId2" Type="http://schemas.openxmlformats.org/officeDocument/2006/relationships/notesSlide" Target="../notesSlides/notesSlide2.xml"/><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4" Type="http://schemas.openxmlformats.org/officeDocument/2006/relationships/image" Target="../media/image20.bin"/><Relationship Id="rId325" Type="http://schemas.openxmlformats.org/officeDocument/2006/relationships/image" Target="../media/image21.bin"/></Relationships>
</file>

<file path=ppt/slides/_rels/slide18.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40.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 Id="rId333"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42.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35" Type="http://schemas.openxmlformats.org/officeDocument/2006/relationships/image" Target="../media/image45.png"/><Relationship Id="rId326" Type="http://schemas.openxmlformats.org/officeDocument/2006/relationships/image" Target="../media/image22.bin"/><Relationship Id="rId334" Type="http://schemas.openxmlformats.org/officeDocument/2006/relationships/image" Target="../media/image44.png"/><Relationship Id="rId325" Type="http://schemas.openxmlformats.org/officeDocument/2006/relationships/image" Target="../media/image21.bin"/><Relationship Id="rId333"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46.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34" Type="http://schemas.openxmlformats.org/officeDocument/2006/relationships/image" Target="../media/image48.png"/><Relationship Id="rId325" Type="http://schemas.openxmlformats.org/officeDocument/2006/relationships/image" Target="../media/image21.bin"/><Relationship Id="rId333" Type="http://schemas.openxmlformats.org/officeDocument/2006/relationships/image" Target="../media/image47.png"/></Relationships>
</file>

<file path=ppt/slides/_rels/slide21.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49.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34" Type="http://schemas.openxmlformats.org/officeDocument/2006/relationships/image" Target="../media/image51.png"/><Relationship Id="rId325" Type="http://schemas.openxmlformats.org/officeDocument/2006/relationships/image" Target="../media/image21.bin"/><Relationship Id="rId333"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51.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34" Type="http://schemas.openxmlformats.org/officeDocument/2006/relationships/image" Target="../media/image53.png"/><Relationship Id="rId325" Type="http://schemas.openxmlformats.org/officeDocument/2006/relationships/image" Target="../media/image21.bin"/><Relationship Id="rId333"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51.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 Id="rId333"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55.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 Id="rId333"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0.bin"/><Relationship Id="rId332" Type="http://schemas.openxmlformats.org/officeDocument/2006/relationships/image" Target="../media/image56.png"/><Relationship Id="rId2" Type="http://schemas.openxmlformats.org/officeDocument/2006/relationships/image" Target="../media/image1.bin"/><Relationship Id="rId331" Type="http://schemas.openxmlformats.org/officeDocument/2006/relationships/image" Target="../media/image1650.bin"/><Relationship Id="rId1" Type="http://schemas.openxmlformats.org/officeDocument/2006/relationships/slideLayout" Target="../slideLayouts/slideLayout7.xml"/><Relationship Id="rId326" Type="http://schemas.openxmlformats.org/officeDocument/2006/relationships/image" Target="../media/image22.bin"/><Relationship Id="rId325" Type="http://schemas.openxmlformats.org/officeDocument/2006/relationships/image" Target="../media/image21.bin"/></Relationships>
</file>

<file path=ppt/slides/_rels/slide26.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332" Type="http://schemas.openxmlformats.org/officeDocument/2006/relationships/image" Target="../media/image57.png"/><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35" Type="http://schemas.openxmlformats.org/officeDocument/2006/relationships/image" Target="../media/image60.png"/><Relationship Id="rId326" Type="http://schemas.openxmlformats.org/officeDocument/2006/relationships/image" Target="../media/image22.bin"/><Relationship Id="rId334" Type="http://schemas.openxmlformats.org/officeDocument/2006/relationships/image" Target="../media/image59.png"/><Relationship Id="rId325" Type="http://schemas.openxmlformats.org/officeDocument/2006/relationships/image" Target="../media/image21.bin"/><Relationship Id="rId333" Type="http://schemas.openxmlformats.org/officeDocument/2006/relationships/image" Target="../media/image58.png"/></Relationships>
</file>

<file path=ppt/slides/_rels/slide27.xml.rels><?xml version="1.0" encoding="UTF-8" standalone="yes"?>
<Relationships xmlns="http://schemas.openxmlformats.org/package/2006/relationships"><Relationship Id="rId303" Type="http://schemas.openxmlformats.org/officeDocument/2006/relationships/image" Target="../media/image7.bin"/><Relationship Id="rId3" Type="http://schemas.openxmlformats.org/officeDocument/2006/relationships/image" Target="../media/image4.bin"/><Relationship Id="rId302" Type="http://schemas.openxmlformats.org/officeDocument/2006/relationships/image" Target="../media/image150.bin"/><Relationship Id="rId307" Type="http://schemas.openxmlformats.org/officeDocument/2006/relationships/image" Target="../media/image22.bin"/><Relationship Id="rId2" Type="http://schemas.openxmlformats.org/officeDocument/2006/relationships/image" Target="../media/image1.bin"/><Relationship Id="rId306" Type="http://schemas.openxmlformats.org/officeDocument/2006/relationships/image" Target="../media/image61.bin"/><Relationship Id="rId331" Type="http://schemas.openxmlformats.org/officeDocument/2006/relationships/image" Target="../media/image1652.bin"/><Relationship Id="rId1" Type="http://schemas.openxmlformats.org/officeDocument/2006/relationships/slideLayout" Target="../slideLayouts/slideLayout7.xml"/><Relationship Id="rId305" Type="http://schemas.openxmlformats.org/officeDocument/2006/relationships/image" Target="../media/image152.bin"/><Relationship Id="rId4" Type="http://schemas.openxmlformats.org/officeDocument/2006/relationships/image" Target="../media/image6.bin"/></Relationships>
</file>

<file path=ppt/slides/_rels/slide28.xml.rels><?xml version="1.0" encoding="UTF-8" standalone="yes"?>
<Relationships xmlns="http://schemas.openxmlformats.org/package/2006/relationships"><Relationship Id="rId303" Type="http://schemas.openxmlformats.org/officeDocument/2006/relationships/image" Target="../media/image7.bin"/><Relationship Id="rId3" Type="http://schemas.openxmlformats.org/officeDocument/2006/relationships/image" Target="../media/image4.bin"/><Relationship Id="rId302" Type="http://schemas.openxmlformats.org/officeDocument/2006/relationships/image" Target="../media/image150.bin"/><Relationship Id="rId307" Type="http://schemas.openxmlformats.org/officeDocument/2006/relationships/image" Target="../media/image22.bin"/><Relationship Id="rId2" Type="http://schemas.openxmlformats.org/officeDocument/2006/relationships/image" Target="../media/image1.bin"/><Relationship Id="rId306" Type="http://schemas.openxmlformats.org/officeDocument/2006/relationships/image" Target="../media/image61.bin"/><Relationship Id="rId331" Type="http://schemas.openxmlformats.org/officeDocument/2006/relationships/image" Target="../media/image1652.bin"/><Relationship Id="rId1" Type="http://schemas.openxmlformats.org/officeDocument/2006/relationships/slideLayout" Target="../slideLayouts/slideLayout7.xml"/><Relationship Id="rId305" Type="http://schemas.openxmlformats.org/officeDocument/2006/relationships/image" Target="../media/image152.bin"/><Relationship Id="rId4" Type="http://schemas.openxmlformats.org/officeDocument/2006/relationships/image" Target="../media/image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307" name="Awesome Presentation Title-0">
            <a:extLst>
              <a:ext uri="{FF2B5EF4-FFF2-40B4-BE49-F238E27FC236}">
                <a16:creationId xmlns:a16="http://schemas.microsoft.com/office/drawing/2014/main" id="{111B4A49-B930-4A89-A1CD-6CA2B3D95AED}"/>
              </a:ext>
            </a:extLst>
          </p:cNvPr>
          <p:cNvSpPr txBox="1"/>
          <p:nvPr/>
        </p:nvSpPr>
        <p:spPr>
          <a:xfrm>
            <a:off x="2158583" y="3143093"/>
            <a:ext cx="13970833" cy="2743123"/>
          </a:xfrm>
          <a:prstGeom prst="rect">
            <a:avLst/>
          </a:prstGeom>
          <a:noFill/>
        </p:spPr>
        <p:txBody>
          <a:bodyPr vertOverflow="clip" horzOverflow="clip" wrap="square" lIns="0" tIns="0" rIns="0" bIns="0" rtlCol="0" anchor="t">
            <a:spAutoFit/>
          </a:bodyPr>
          <a:lstStyle/>
          <a:p>
            <a:pPr algn="ctr">
              <a:lnSpc>
                <a:spcPts val="7128"/>
              </a:lnSpc>
            </a:pPr>
            <a:r>
              <a:rPr lang="fr-FR" sz="7200" dirty="0" smtClean="0">
                <a:solidFill>
                  <a:schemeClr val="accent2">
                    <a:lumMod val="60000"/>
                    <a:lumOff val="40000"/>
                  </a:schemeClr>
                </a:solidFill>
                <a:latin typeface="Algerian" panose="04020705040A02060702" pitchFamily="82" charset="0"/>
              </a:rPr>
              <a:t>projet </a:t>
            </a:r>
            <a:r>
              <a:rPr lang="fr-FR" sz="7200" dirty="0">
                <a:solidFill>
                  <a:schemeClr val="accent2">
                    <a:lumMod val="60000"/>
                    <a:lumOff val="40000"/>
                  </a:schemeClr>
                </a:solidFill>
                <a:latin typeface="Algerian" panose="04020705040A02060702" pitchFamily="82" charset="0"/>
              </a:rPr>
              <a:t>du développement web</a:t>
            </a:r>
            <a:br>
              <a:rPr lang="fr-FR" sz="7200" dirty="0">
                <a:solidFill>
                  <a:schemeClr val="accent2">
                    <a:lumMod val="60000"/>
                    <a:lumOff val="40000"/>
                  </a:schemeClr>
                </a:solidFill>
                <a:latin typeface="Algerian" panose="04020705040A02060702" pitchFamily="82" charset="0"/>
              </a:rPr>
            </a:br>
            <a:r>
              <a:rPr lang="fr-FR" sz="7200" dirty="0">
                <a:solidFill>
                  <a:schemeClr val="accent2">
                    <a:lumMod val="60000"/>
                    <a:lumOff val="40000"/>
                  </a:schemeClr>
                </a:solidFill>
                <a:latin typeface="Algerian" panose="04020705040A02060702" pitchFamily="82" charset="0"/>
              </a:rPr>
              <a:t>    </a:t>
            </a:r>
            <a:r>
              <a:rPr lang="fr-FR" sz="7200" dirty="0" smtClean="0">
                <a:solidFill>
                  <a:schemeClr val="accent2">
                    <a:lumMod val="60000"/>
                    <a:lumOff val="40000"/>
                  </a:schemeClr>
                </a:solidFill>
                <a:latin typeface="Algerian" panose="04020705040A02060702" pitchFamily="82" charset="0"/>
              </a:rPr>
              <a:t>Gestion de </a:t>
            </a:r>
            <a:r>
              <a:rPr lang="fr-FR" sz="7200" dirty="0" err="1" smtClean="0">
                <a:solidFill>
                  <a:schemeClr val="accent2">
                    <a:lumMod val="60000"/>
                    <a:lumOff val="40000"/>
                  </a:schemeClr>
                </a:solidFill>
                <a:latin typeface="Algerian" panose="04020705040A02060702" pitchFamily="82" charset="0"/>
              </a:rPr>
              <a:t>Bibliotheque</a:t>
            </a:r>
            <a:r>
              <a:rPr lang="fr-FR" sz="7200" dirty="0" smtClean="0">
                <a:solidFill>
                  <a:schemeClr val="accent2">
                    <a:lumMod val="60000"/>
                    <a:lumOff val="40000"/>
                  </a:schemeClr>
                </a:solidFill>
                <a:latin typeface="Algerian" panose="04020705040A02060702" pitchFamily="82" charset="0"/>
              </a:rPr>
              <a:t> </a:t>
            </a:r>
            <a:endParaRPr lang="fr-FR" sz="7200" dirty="0">
              <a:solidFill>
                <a:schemeClr val="accent2">
                  <a:lumMod val="60000"/>
                  <a:lumOff val="40000"/>
                </a:schemeClr>
              </a:solidFill>
            </a:endParaRPr>
          </a:p>
        </p:txBody>
      </p:sp>
      <p:sp>
        <p:nvSpPr>
          <p:cNvPr id="311" name="Presenter Name-430">
            <a:extLst>
              <a:ext uri="{FF2B5EF4-FFF2-40B4-BE49-F238E27FC236}">
                <a16:creationId xmlns:a16="http://schemas.microsoft.com/office/drawing/2014/main" id="{111B4A49-B930-4A89-A1CD-6CA2B3D95AED}"/>
              </a:ext>
            </a:extLst>
          </p:cNvPr>
          <p:cNvSpPr txBox="1"/>
          <p:nvPr/>
        </p:nvSpPr>
        <p:spPr>
          <a:xfrm>
            <a:off x="345440" y="7143907"/>
            <a:ext cx="6912453" cy="1723549"/>
          </a:xfrm>
          <a:prstGeom prst="rect">
            <a:avLst/>
          </a:prstGeom>
          <a:noFill/>
        </p:spPr>
        <p:txBody>
          <a:bodyPr vertOverflow="clip" horzOverflow="clip" wrap="square" lIns="0" tIns="0" rIns="0" bIns="0" rtlCol="0" anchor="t">
            <a:spAutoFit/>
          </a:bodyPr>
          <a:lstStyle/>
          <a:p>
            <a:pPr algn="ctr"/>
            <a:r>
              <a:rPr lang="fr-FR" sz="2800" dirty="0"/>
              <a:t>Réalisé par:</a:t>
            </a:r>
          </a:p>
          <a:p>
            <a:r>
              <a:rPr lang="fr-FR" sz="2800" dirty="0" smtClean="0"/>
              <a:t>BAHRI HAITAM</a:t>
            </a:r>
            <a:endParaRPr lang="fr-FR" sz="2800" dirty="0"/>
          </a:p>
          <a:p>
            <a:r>
              <a:rPr lang="fr-FR" sz="2800" dirty="0"/>
              <a:t>OMAR FAROUK </a:t>
            </a:r>
            <a:r>
              <a:rPr lang="fr-FR" sz="2800" dirty="0" smtClean="0"/>
              <a:t>BOUKHAIMA</a:t>
            </a:r>
            <a:endParaRPr lang="fr-FR" sz="2800" dirty="0"/>
          </a:p>
          <a:p>
            <a:pPr algn="ctr"/>
            <a:endParaRPr lang="fr-FR" sz="2800" dirty="0"/>
          </a:p>
        </p:txBody>
      </p:sp>
      <p:sp>
        <p:nvSpPr>
          <p:cNvPr id="11" name="Sous-titre 2">
            <a:extLst>
              <a:ext uri="{FF2B5EF4-FFF2-40B4-BE49-F238E27FC236}">
                <a16:creationId xmlns:a16="http://schemas.microsoft.com/office/drawing/2014/main" id="{C9296A85-3DDC-E21A-8FAE-B3CEC6574200}"/>
              </a:ext>
            </a:extLst>
          </p:cNvPr>
          <p:cNvSpPr txBox="1">
            <a:spLocks/>
          </p:cNvSpPr>
          <p:nvPr/>
        </p:nvSpPr>
        <p:spPr>
          <a:xfrm>
            <a:off x="13621257" y="7230055"/>
            <a:ext cx="3827754" cy="1425642"/>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fr-FR" sz="2800" cap="none" dirty="0">
                <a:solidFill>
                  <a:schemeClr val="tx1"/>
                </a:solidFill>
              </a:rPr>
              <a:t>Encadré par:</a:t>
            </a:r>
          </a:p>
          <a:p>
            <a:pPr algn="ctr"/>
            <a:endParaRPr lang="fr-FR" sz="2800" cap="none" dirty="0">
              <a:solidFill>
                <a:schemeClr val="tx1"/>
              </a:solidFill>
            </a:endParaRPr>
          </a:p>
        </p:txBody>
      </p:sp>
      <p:pic>
        <p:nvPicPr>
          <p:cNvPr id="12" name="Picture 2" descr="École Marocaine des Sciences de l'Ingénieur – EMSI">
            <a:extLst>
              <a:ext uri="{FF2B5EF4-FFF2-40B4-BE49-F238E27FC236}">
                <a16:creationId xmlns:a16="http://schemas.microsoft.com/office/drawing/2014/main" id="{EB1087B7-C97A-3CCF-D202-E35942949C4A}"/>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92689" y="492949"/>
            <a:ext cx="4490621" cy="982323"/>
          </a:xfrm>
          <a:prstGeom prst="rect">
            <a:avLst/>
          </a:prstGeom>
          <a:noFill/>
          <a:extLst>
            <a:ext uri="{909E8E84-426E-40DD-AFC4-6F175D3DCCD1}">
              <a14:hiddenFill xmlns:a14="http://schemas.microsoft.com/office/drawing/2010/main">
                <a:solidFill>
                  <a:srgbClr val="FFFFFF"/>
                </a:solidFill>
              </a14:hiddenFill>
            </a:ext>
          </a:extLst>
        </p:spPr>
      </p:pic>
      <p:sp>
        <p:nvSpPr>
          <p:cNvPr id="13" name="Sous-titre 2">
            <a:extLst>
              <a:ext uri="{FF2B5EF4-FFF2-40B4-BE49-F238E27FC236}">
                <a16:creationId xmlns:a16="http://schemas.microsoft.com/office/drawing/2014/main" id="{C51EADFF-CC74-73C2-B6A1-624C5B7A95E5}"/>
              </a:ext>
            </a:extLst>
          </p:cNvPr>
          <p:cNvSpPr txBox="1">
            <a:spLocks/>
          </p:cNvSpPr>
          <p:nvPr/>
        </p:nvSpPr>
        <p:spPr>
          <a:xfrm>
            <a:off x="7257893" y="9824881"/>
            <a:ext cx="4245006" cy="320723"/>
          </a:xfrm>
          <a:prstGeom prst="rect">
            <a:avLst/>
          </a:prstGeom>
        </p:spPr>
        <p:txBody>
          <a:bodyPr vert="horz" lIns="91440" tIns="45720" rIns="91440" bIns="45720" rtlCol="0" anchor="t">
            <a:normAutofit lnSpcReduction="100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fr-FR" i="1" cap="none" dirty="0">
                <a:solidFill>
                  <a:schemeClr val="tx1"/>
                </a:solidFill>
              </a:rPr>
              <a:t>Année Universitaire: </a:t>
            </a:r>
            <a:r>
              <a:rPr lang="fr-FR" i="1" cap="none" dirty="0" smtClean="0">
                <a:solidFill>
                  <a:schemeClr val="tx1"/>
                </a:solidFill>
              </a:rPr>
              <a:t>2025 2026</a:t>
            </a:r>
            <a:endParaRPr lang="fr-FR" i="1" cap="none" dirty="0">
              <a:solidFill>
                <a:schemeClr val="tx1"/>
              </a:solidFill>
            </a:endParaRPr>
          </a:p>
        </p:txBody>
      </p:sp>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303822"/>
            <a:ext cx="18288000" cy="10287000"/>
          </a:xfrm>
          <a:prstGeom prst="rect">
            <a:avLst/>
          </a:prstGeom>
        </p:spPr>
      </p:pic>
      <p:pic>
        <p:nvPicPr>
          <p:cNvPr id="3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299803"/>
            <a:ext cx="5715000" cy="5715000"/>
          </a:xfrm>
          <a:prstGeom prst="rect">
            <a:avLst/>
          </a:prstGeom>
        </p:spPr>
      </p:pic>
      <p:pic>
        <p:nvPicPr>
          <p:cNvPr id="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8046815" y="0"/>
            <a:ext cx="10239375" cy="10287000"/>
          </a:xfrm>
          <a:prstGeom prst="rect">
            <a:avLst/>
          </a:prstGeom>
        </p:spPr>
      </p:pic>
      <p:pic>
        <p:nvPicPr>
          <p:cNvPr id="387" name="layoutShapeInnerChild7">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363F299F-D3B2-4635-AEC0-4BFB138055D7}">
                <asvg:svgBlip xmlns:asvg="http://schemas.microsoft.com/office/drawing/2016/SVG/main" xmlns:p14="http://schemas.microsoft.com/office/powerpoint/2010/main" xmlns:a14="http://schemas.microsoft.com/office/drawing/2010/main" xmlns:a16="http://schemas.microsoft.com/office/drawing/2014/main" xmlns="" r:embed="rId68"/>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5963900" y="5448300"/>
            <a:ext cx="2324100" cy="4834681"/>
          </a:xfrm>
          <a:prstGeom prst="rect">
            <a:avLst/>
          </a:prstGeom>
        </p:spPr>
      </p:pic>
      <p:pic>
        <p:nvPicPr>
          <p:cNvPr id="389" name="layoutShapeInnerChild9">
            <a:extLst>
              <a:ext uri="{FF2B5EF4-FFF2-40B4-BE49-F238E27FC236}">
                <a16:creationId xmlns:a16="http://schemas.microsoft.com/office/drawing/2014/main" id="{A8642F66-C0BB-4949-9A9C-024B120A5D52}"/>
              </a:ext>
            </a:extLst>
          </p:cNvPr>
          <p:cNvPicPr>
            <a:picLocks noChangeAspect="1"/>
          </p:cNvPicPr>
          <p:nvPr/>
        </p:nvPicPr>
        <p:blipFill rotWithShape="1">
          <a:blip r:embed="rId69">
            <a:alphaModFix/>
            <a:extLst>
              <a:ext uri="{7561CB67-202A-4D08-AFDA-635053AE068E}">
                <asvg:svgBlip xmlns:asvg="http://schemas.microsoft.com/office/drawing/2016/SVG/main" xmlns:p14="http://schemas.microsoft.com/office/powerpoint/2010/main" xmlns:a14="http://schemas.microsoft.com/office/drawing/2010/main" xmlns:a16="http://schemas.microsoft.com/office/drawing/2014/main" xmlns="" r:embed="rId7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514350"/>
            <a:ext cx="1947119" cy="5143500"/>
          </a:xfrm>
          <a:prstGeom prst="rect">
            <a:avLst/>
          </a:prstGeom>
        </p:spPr>
      </p:pic>
      <p:pic>
        <p:nvPicPr>
          <p:cNvPr id="3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2">
            <a:alphaModFix/>
          </a:blip>
          <a:stretch/>
        </p:blipFill>
        <p:spPr>
          <a:xfrm>
            <a:off x="4326407" y="2159359"/>
            <a:ext cx="457200" cy="476250"/>
          </a:xfrm>
          <a:prstGeom prst="rect">
            <a:avLst/>
          </a:prstGeom>
        </p:spPr>
      </p:pic>
      <p:sp>
        <p:nvSpPr>
          <p:cNvPr id="395" name="Primary Heading-0">
            <a:extLst>
              <a:ext uri="{FF2B5EF4-FFF2-40B4-BE49-F238E27FC236}">
                <a16:creationId xmlns:a16="http://schemas.microsoft.com/office/drawing/2014/main" id="{111B4A49-B930-4A89-A1CD-6CA2B3D95AED}"/>
              </a:ext>
            </a:extLst>
          </p:cNvPr>
          <p:cNvSpPr txBox="1"/>
          <p:nvPr/>
        </p:nvSpPr>
        <p:spPr>
          <a:xfrm>
            <a:off x="4933933" y="2251026"/>
            <a:ext cx="6791325" cy="376963"/>
          </a:xfrm>
          <a:prstGeom prst="rect">
            <a:avLst/>
          </a:prstGeom>
          <a:noFill/>
        </p:spPr>
        <p:txBody>
          <a:bodyPr vertOverflow="clip" horzOverflow="clip" wrap="square" lIns="0" tIns="0" rIns="0" bIns="0" rtlCol="0" anchor="t">
            <a:spAutoFit/>
          </a:bodyPr>
          <a:lstStyle/>
          <a:p>
            <a:pPr algn="l">
              <a:lnSpc>
                <a:spcPts val="2940"/>
              </a:lnSpc>
            </a:pPr>
            <a:r>
              <a:rPr lang="en-US" sz="3200" spc="-42" dirty="0">
                <a:solidFill>
                  <a:srgbClr val="181C24">
                    <a:alpha val="100000"/>
                  </a:srgbClr>
                </a:solidFill>
                <a:latin typeface="IBM Plex Serif SemiBold" panose="00000700000000000000" pitchFamily="2" charset="0"/>
              </a:rPr>
              <a:t>Introduction</a:t>
            </a:r>
          </a:p>
        </p:txBody>
      </p:sp>
      <p:pic>
        <p:nvPicPr>
          <p:cNvPr id="3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3">
            <a:alphaModFix/>
          </a:blip>
          <a:stretch/>
        </p:blipFill>
        <p:spPr>
          <a:xfrm>
            <a:off x="4341018" y="3477270"/>
            <a:ext cx="457200" cy="476250"/>
          </a:xfrm>
          <a:prstGeom prst="rect">
            <a:avLst/>
          </a:prstGeom>
        </p:spPr>
      </p:pic>
      <p:sp>
        <p:nvSpPr>
          <p:cNvPr id="403" name="Primary Heading-1">
            <a:extLst>
              <a:ext uri="{FF2B5EF4-FFF2-40B4-BE49-F238E27FC236}">
                <a16:creationId xmlns:a16="http://schemas.microsoft.com/office/drawing/2014/main" id="{111B4A49-B930-4A89-A1CD-6CA2B3D95AED}"/>
              </a:ext>
            </a:extLst>
          </p:cNvPr>
          <p:cNvSpPr txBox="1"/>
          <p:nvPr/>
        </p:nvSpPr>
        <p:spPr>
          <a:xfrm>
            <a:off x="4933932" y="3593981"/>
            <a:ext cx="6791325" cy="371897"/>
          </a:xfrm>
          <a:prstGeom prst="rect">
            <a:avLst/>
          </a:prstGeom>
          <a:noFill/>
        </p:spPr>
        <p:txBody>
          <a:bodyPr vertOverflow="clip" horzOverflow="clip" wrap="square" lIns="0" tIns="0" rIns="0" bIns="0" rtlCol="0" anchor="t">
            <a:spAutoFit/>
          </a:bodyPr>
          <a:lstStyle/>
          <a:p>
            <a:pPr algn="l">
              <a:lnSpc>
                <a:spcPts val="2940"/>
              </a:lnSpc>
            </a:pPr>
            <a:r>
              <a:rPr lang="en-US" sz="3200" spc="-42" dirty="0" err="1">
                <a:solidFill>
                  <a:srgbClr val="181C24">
                    <a:alpha val="100000"/>
                  </a:srgbClr>
                </a:solidFill>
                <a:latin typeface="IBM Plex Serif SemiBold" panose="00000700000000000000" pitchFamily="2" charset="0"/>
              </a:rPr>
              <a:t>Objectifs</a:t>
            </a:r>
            <a:endParaRPr lang="en-US" sz="3200" spc="-42" dirty="0">
              <a:solidFill>
                <a:srgbClr val="181C24">
                  <a:alpha val="100000"/>
                </a:srgbClr>
              </a:solidFill>
              <a:latin typeface="IBM Plex Serif SemiBold" panose="00000700000000000000" pitchFamily="2" charset="0"/>
            </a:endParaRPr>
          </a:p>
        </p:txBody>
      </p:sp>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4">
            <a:alphaModFix/>
          </a:blip>
          <a:stretch/>
        </p:blipFill>
        <p:spPr>
          <a:xfrm>
            <a:off x="4278934" y="4742147"/>
            <a:ext cx="457200" cy="476250"/>
          </a:xfrm>
          <a:prstGeom prst="rect">
            <a:avLst/>
          </a:prstGeom>
        </p:spPr>
      </p:pic>
      <p:sp>
        <p:nvSpPr>
          <p:cNvPr id="411" name="Primary Heading-2">
            <a:extLst>
              <a:ext uri="{FF2B5EF4-FFF2-40B4-BE49-F238E27FC236}">
                <a16:creationId xmlns:a16="http://schemas.microsoft.com/office/drawing/2014/main" id="{111B4A49-B930-4A89-A1CD-6CA2B3D95AED}"/>
              </a:ext>
            </a:extLst>
          </p:cNvPr>
          <p:cNvSpPr txBox="1"/>
          <p:nvPr/>
        </p:nvSpPr>
        <p:spPr>
          <a:xfrm>
            <a:off x="4985785" y="4869486"/>
            <a:ext cx="7467716" cy="371897"/>
          </a:xfrm>
          <a:prstGeom prst="rect">
            <a:avLst/>
          </a:prstGeom>
          <a:noFill/>
        </p:spPr>
        <p:txBody>
          <a:bodyPr vertOverflow="clip" horzOverflow="clip" wrap="square" lIns="0" tIns="0" rIns="0" bIns="0" rtlCol="0" anchor="t">
            <a:spAutoFit/>
          </a:bodyPr>
          <a:lstStyle/>
          <a:p>
            <a:pPr>
              <a:lnSpc>
                <a:spcPts val="2940"/>
              </a:lnSpc>
            </a:pPr>
            <a:r>
              <a:rPr lang="fr-FR" sz="3200" dirty="0">
                <a:latin typeface="IBM Plex Serif SemiBold" panose="00000700000000000000"/>
              </a:rPr>
              <a:t>Architecture de </a:t>
            </a:r>
            <a:r>
              <a:rPr lang="fr-FR" sz="3200" dirty="0" smtClean="0">
                <a:latin typeface="IBM Plex Serif SemiBold" panose="00000700000000000000"/>
              </a:rPr>
              <a:t>l’Application</a:t>
            </a:r>
            <a:endParaRPr lang="en-US" sz="3200" spc="-108" dirty="0">
              <a:solidFill>
                <a:srgbClr val="181C24">
                  <a:alpha val="100000"/>
                </a:srgbClr>
              </a:solidFill>
              <a:latin typeface="IBM Plex Serif SemiBold" panose="00000700000000000000"/>
            </a:endParaRPr>
          </a:p>
        </p:txBody>
      </p:sp>
      <p:pic>
        <p:nvPicPr>
          <p:cNvPr id="4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5">
            <a:alphaModFix/>
          </a:blip>
          <a:stretch/>
        </p:blipFill>
        <p:spPr>
          <a:xfrm>
            <a:off x="4341018" y="9115877"/>
            <a:ext cx="457200" cy="476250"/>
          </a:xfrm>
          <a:prstGeom prst="rect">
            <a:avLst/>
          </a:prstGeom>
        </p:spPr>
      </p:pic>
      <p:sp>
        <p:nvSpPr>
          <p:cNvPr id="419" name="Primary Heading-3">
            <a:extLst>
              <a:ext uri="{FF2B5EF4-FFF2-40B4-BE49-F238E27FC236}">
                <a16:creationId xmlns:a16="http://schemas.microsoft.com/office/drawing/2014/main" id="{111B4A49-B930-4A89-A1CD-6CA2B3D95AED}"/>
              </a:ext>
            </a:extLst>
          </p:cNvPr>
          <p:cNvSpPr txBox="1"/>
          <p:nvPr/>
        </p:nvSpPr>
        <p:spPr>
          <a:xfrm>
            <a:off x="5149167" y="9208206"/>
            <a:ext cx="6791325" cy="402033"/>
          </a:xfrm>
          <a:prstGeom prst="rect">
            <a:avLst/>
          </a:prstGeom>
          <a:noFill/>
        </p:spPr>
        <p:txBody>
          <a:bodyPr vertOverflow="clip" horzOverflow="clip" wrap="square" lIns="0" tIns="0" rIns="0" bIns="0" rtlCol="0" anchor="t">
            <a:spAutoFit/>
          </a:bodyPr>
          <a:lstStyle/>
          <a:p>
            <a:pPr algn="l">
              <a:lnSpc>
                <a:spcPts val="2940"/>
              </a:lnSpc>
            </a:pPr>
            <a:r>
              <a:rPr lang="en-US" sz="3200" spc="-42" dirty="0" smtClean="0">
                <a:solidFill>
                  <a:srgbClr val="181C24">
                    <a:alpha val="100000"/>
                  </a:srgbClr>
                </a:solidFill>
                <a:latin typeface="IBM Plex Serif SemiBold" panose="00000700000000000000" pitchFamily="2" charset="0"/>
              </a:rPr>
              <a:t>Conclusion</a:t>
            </a:r>
          </a:p>
        </p:txBody>
      </p:sp>
      <p:sp>
        <p:nvSpPr>
          <p:cNvPr id="447" name="Click here to edit title-460">
            <a:extLst>
              <a:ext uri="{FF2B5EF4-FFF2-40B4-BE49-F238E27FC236}">
                <a16:creationId xmlns:a16="http://schemas.microsoft.com/office/drawing/2014/main" id="{111B4A49-B930-4A89-A1CD-6CA2B3D95AED}"/>
              </a:ext>
            </a:extLst>
          </p:cNvPr>
          <p:cNvSpPr txBox="1"/>
          <p:nvPr/>
        </p:nvSpPr>
        <p:spPr>
          <a:xfrm>
            <a:off x="1868804" y="1027785"/>
            <a:ext cx="15516225" cy="679673"/>
          </a:xfrm>
          <a:prstGeom prst="rect">
            <a:avLst/>
          </a:prstGeom>
          <a:noFill/>
        </p:spPr>
        <p:txBody>
          <a:bodyPr vertOverflow="clip" horzOverflow="clip" wrap="square" lIns="0" tIns="0" rIns="0" bIns="0" rtlCol="0" anchor="t">
            <a:spAutoFit/>
          </a:bodyPr>
          <a:lstStyle/>
          <a:p>
            <a:pPr>
              <a:lnSpc>
                <a:spcPts val="5292"/>
              </a:lnSpc>
            </a:pPr>
            <a:r>
              <a:rPr lang="en-US" sz="4200" spc="-84" dirty="0" smtClean="0">
                <a:solidFill>
                  <a:srgbClr val="181C24">
                    <a:alpha val="100000"/>
                  </a:srgbClr>
                </a:solidFill>
                <a:latin typeface="IBM Plex Serif SemiBold" panose="00000700000000000000" pitchFamily="2" charset="0"/>
              </a:rPr>
              <a:t>Plan:</a:t>
            </a:r>
            <a:endParaRPr lang="en-US" sz="4200" spc="-84" dirty="0">
              <a:solidFill>
                <a:srgbClr val="181C24">
                  <a:alpha val="100000"/>
                </a:srgbClr>
              </a:solidFill>
              <a:latin typeface="IBM Plex Serif SemiBold" panose="00000700000000000000" pitchFamily="2" charset="0"/>
            </a:endParaRPr>
          </a:p>
        </p:txBody>
      </p:sp>
      <p:pic>
        <p:nvPicPr>
          <p:cNvPr id="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4">
            <a:alphaModFix/>
          </a:blip>
          <a:stretch/>
        </p:blipFill>
        <p:spPr>
          <a:xfrm>
            <a:off x="4311167" y="6887181"/>
            <a:ext cx="457200" cy="476250"/>
          </a:xfrm>
          <a:prstGeom prst="rect">
            <a:avLst/>
          </a:prstGeom>
        </p:spPr>
      </p:pic>
      <p:sp>
        <p:nvSpPr>
          <p:cNvPr id="2" name="Rectangle 1"/>
          <p:cNvSpPr/>
          <p:nvPr/>
        </p:nvSpPr>
        <p:spPr>
          <a:xfrm>
            <a:off x="4921760" y="5546697"/>
            <a:ext cx="5108065" cy="811761"/>
          </a:xfrm>
          <a:prstGeom prst="rect">
            <a:avLst/>
          </a:prstGeom>
        </p:spPr>
        <p:txBody>
          <a:bodyPr wrap="none">
            <a:spAutoFit/>
          </a:bodyPr>
          <a:lstStyle/>
          <a:p>
            <a:pPr>
              <a:lnSpc>
                <a:spcPts val="6156"/>
              </a:lnSpc>
            </a:pPr>
            <a:r>
              <a:rPr lang="en-GB" sz="3200" dirty="0">
                <a:latin typeface="IBM Plex Serif SemiBold" panose="00000700000000000000"/>
              </a:rPr>
              <a:t>Concept CRUD + JSON</a:t>
            </a:r>
            <a:r>
              <a:rPr lang="en-US" sz="3200" spc="-108" dirty="0">
                <a:solidFill>
                  <a:srgbClr val="181C24">
                    <a:alpha val="100000"/>
                  </a:srgbClr>
                </a:solidFill>
                <a:latin typeface="IBM Plex Serif SemiBold" panose="00000700000000000000"/>
              </a:rPr>
              <a:t> </a:t>
            </a:r>
            <a:endParaRPr lang="en-US" sz="3200" spc="-108" dirty="0">
              <a:solidFill>
                <a:srgbClr val="181C24">
                  <a:alpha val="100000"/>
                </a:srgbClr>
              </a:solidFill>
              <a:latin typeface="IBM Plex Serif SemiBold" panose="00000700000000000000"/>
            </a:endParaRPr>
          </a:p>
        </p:txBody>
      </p:sp>
      <p:pic>
        <p:nvPicPr>
          <p:cNvPr id="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5">
            <a:alphaModFix/>
          </a:blip>
          <a:stretch/>
        </p:blipFill>
        <p:spPr>
          <a:xfrm>
            <a:off x="4341905" y="8001529"/>
            <a:ext cx="457200" cy="476250"/>
          </a:xfrm>
          <a:prstGeom prst="rect">
            <a:avLst/>
          </a:prstGeom>
        </p:spPr>
      </p:pic>
      <p:sp>
        <p:nvSpPr>
          <p:cNvPr id="3" name="Rectangle 2"/>
          <p:cNvSpPr/>
          <p:nvPr/>
        </p:nvSpPr>
        <p:spPr>
          <a:xfrm>
            <a:off x="4949011" y="6611741"/>
            <a:ext cx="3640740" cy="811761"/>
          </a:xfrm>
          <a:prstGeom prst="rect">
            <a:avLst/>
          </a:prstGeom>
        </p:spPr>
        <p:txBody>
          <a:bodyPr wrap="none">
            <a:spAutoFit/>
          </a:bodyPr>
          <a:lstStyle/>
          <a:p>
            <a:pPr>
              <a:lnSpc>
                <a:spcPts val="6156"/>
              </a:lnSpc>
            </a:pPr>
            <a:r>
              <a:rPr lang="en-GB" sz="3200" dirty="0" err="1">
                <a:latin typeface="IBM Plex Serif SemiBold" panose="00000700000000000000"/>
              </a:rPr>
              <a:t>Démonstration</a:t>
            </a:r>
            <a:r>
              <a:rPr lang="en-GB" sz="3200" dirty="0">
                <a:latin typeface="IBM Plex Serif SemiBold" panose="00000700000000000000"/>
              </a:rPr>
              <a:t> </a:t>
            </a:r>
            <a:endParaRPr lang="en-US" sz="3200" spc="-108" dirty="0">
              <a:solidFill>
                <a:srgbClr val="181C24">
                  <a:alpha val="100000"/>
                </a:srgbClr>
              </a:solidFill>
              <a:latin typeface="IBM Plex Serif SemiBold" panose="00000700000000000000"/>
            </a:endParaRPr>
          </a:p>
        </p:txBody>
      </p:sp>
      <p:sp>
        <p:nvSpPr>
          <p:cNvPr id="4" name="Rectangle 3"/>
          <p:cNvSpPr/>
          <p:nvPr/>
        </p:nvSpPr>
        <p:spPr>
          <a:xfrm>
            <a:off x="4921760" y="7877274"/>
            <a:ext cx="5615640" cy="725199"/>
          </a:xfrm>
          <a:prstGeom prst="rect">
            <a:avLst/>
          </a:prstGeom>
        </p:spPr>
        <p:txBody>
          <a:bodyPr wrap="none">
            <a:spAutoFit/>
          </a:bodyPr>
          <a:lstStyle/>
          <a:p>
            <a:pPr algn="ctr">
              <a:lnSpc>
                <a:spcPts val="5292"/>
              </a:lnSpc>
            </a:pPr>
            <a:r>
              <a:rPr lang="en-GB" sz="3200" dirty="0">
                <a:latin typeface="IBM Plex Serif SemiBold" panose="00000700000000000000"/>
              </a:rPr>
              <a:t>Points Techniques </a:t>
            </a:r>
            <a:r>
              <a:rPr lang="en-GB" sz="3200" dirty="0" err="1">
                <a:latin typeface="IBM Plex Serif SemiBold" panose="00000700000000000000"/>
              </a:rPr>
              <a:t>Clés</a:t>
            </a:r>
            <a:endParaRPr lang="fr-FR" sz="3200" dirty="0">
              <a:latin typeface="IBM Plex Serif SemiBold" panose="00000700000000000000"/>
              <a:cs typeface="Times New Roman" panose="02020603050405020304" pitchFamily="18" charset="0"/>
            </a:endParaRPr>
          </a:p>
        </p:txBody>
      </p:sp>
      <p:pic>
        <p:nvPicPr>
          <p:cNvPr id="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2">
            <a:alphaModFix/>
          </a:blip>
          <a:stretch/>
        </p:blipFill>
        <p:spPr>
          <a:xfrm>
            <a:off x="4303021" y="5803760"/>
            <a:ext cx="457200" cy="476250"/>
          </a:xfrm>
          <a:prstGeom prst="rect">
            <a:avLst/>
          </a:prstGeom>
        </p:spPr>
      </p:pic>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63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715000" cy="5715000"/>
          </a:xfrm>
          <a:prstGeom prst="rect">
            <a:avLst/>
          </a:prstGeom>
        </p:spPr>
      </p:pic>
      <p:pic>
        <p:nvPicPr>
          <p:cNvPr id="6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8048625" y="0"/>
            <a:ext cx="10239375" cy="10287000"/>
          </a:xfrm>
          <a:prstGeom prst="rect">
            <a:avLst/>
          </a:prstGeom>
        </p:spPr>
      </p:pic>
      <p:pic>
        <p:nvPicPr>
          <p:cNvPr id="635" name="layoutShapeInnerChild7">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0304F72B-AB40-453D-B5DB-18AB6AB044F9}">
                <asvg:svgBlip xmlns:asvg="http://schemas.microsoft.com/office/drawing/2016/SVG/main" xmlns:p14="http://schemas.microsoft.com/office/powerpoint/2010/main" xmlns:a14="http://schemas.microsoft.com/office/drawing/2010/main" xmlns:a16="http://schemas.microsoft.com/office/drawing/2014/main" xmlns="" r:embed="rId209"/>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5963900" y="5448300"/>
            <a:ext cx="2324100" cy="4834681"/>
          </a:xfrm>
          <a:prstGeom prst="rect">
            <a:avLst/>
          </a:prstGeom>
        </p:spPr>
      </p:pic>
      <p:pic>
        <p:nvPicPr>
          <p:cNvPr id="637" name="layoutShapeInnerChild9">
            <a:extLst>
              <a:ext uri="{FF2B5EF4-FFF2-40B4-BE49-F238E27FC236}">
                <a16:creationId xmlns:a16="http://schemas.microsoft.com/office/drawing/2014/main" id="{A8642F66-C0BB-4949-9A9C-024B120A5D52}"/>
              </a:ext>
            </a:extLst>
          </p:cNvPr>
          <p:cNvPicPr>
            <a:picLocks noChangeAspect="1"/>
          </p:cNvPicPr>
          <p:nvPr/>
        </p:nvPicPr>
        <p:blipFill rotWithShape="1">
          <a:blip r:embed="rId210">
            <a:alphaModFix/>
            <a:extLst>
              <a:ext uri="{04C67C64-22A1-4D24-8BE1-7BA3D5751A35}">
                <asvg:svgBlip xmlns:asvg="http://schemas.microsoft.com/office/drawing/2016/SVG/main" xmlns:p14="http://schemas.microsoft.com/office/powerpoint/2010/main" xmlns:a14="http://schemas.microsoft.com/office/drawing/2010/main" xmlns:a16="http://schemas.microsoft.com/office/drawing/2014/main" xmlns="" r:embed="rId212"/>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514350"/>
            <a:ext cx="1947119" cy="5143500"/>
          </a:xfrm>
          <a:prstGeom prst="rect">
            <a:avLst/>
          </a:prstGeom>
        </p:spPr>
      </p:pic>
      <p:pic>
        <p:nvPicPr>
          <p:cNvPr id="63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13">
            <a:alphaModFix/>
          </a:blip>
          <a:stretch/>
        </p:blipFill>
        <p:spPr>
          <a:xfrm>
            <a:off x="1947119" y="3027221"/>
            <a:ext cx="14254566" cy="5616036"/>
          </a:xfrm>
          <a:prstGeom prst="rect">
            <a:avLst/>
          </a:prstGeom>
        </p:spPr>
      </p:pic>
      <p:pic>
        <p:nvPicPr>
          <p:cNvPr id="641" name="imageNode0">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214">
            <a:alphaModFix/>
          </a:blip>
          <a:stretch/>
        </p:blipFill>
        <p:spPr>
          <a:xfrm>
            <a:off x="2015395" y="3184192"/>
            <a:ext cx="1466850" cy="1466850"/>
          </a:xfrm>
          <a:prstGeom prst="rect">
            <a:avLst/>
          </a:prstGeom>
        </p:spPr>
      </p:pic>
      <p:sp>
        <p:nvSpPr>
          <p:cNvPr id="645" name="Description of a primary heading-0">
            <a:extLst>
              <a:ext uri="{FF2B5EF4-FFF2-40B4-BE49-F238E27FC236}">
                <a16:creationId xmlns:a16="http://schemas.microsoft.com/office/drawing/2014/main" id="{111B4A49-B930-4A89-A1CD-6CA2B3D95AED}"/>
              </a:ext>
            </a:extLst>
          </p:cNvPr>
          <p:cNvSpPr txBox="1"/>
          <p:nvPr/>
        </p:nvSpPr>
        <p:spPr>
          <a:xfrm>
            <a:off x="3550521" y="3333481"/>
            <a:ext cx="12149641" cy="4985980"/>
          </a:xfrm>
          <a:prstGeom prst="rect">
            <a:avLst/>
          </a:prstGeom>
          <a:noFill/>
        </p:spPr>
        <p:txBody>
          <a:bodyPr vertOverflow="clip" horzOverflow="clip" wrap="square" lIns="0" tIns="0" rIns="0" bIns="0" rtlCol="0" anchor="t">
            <a:spAutoFit/>
          </a:bodyPr>
          <a:lstStyle/>
          <a:p>
            <a:pPr algn="just"/>
            <a:r>
              <a:rPr lang="fr-FR" sz="3600" dirty="0"/>
              <a:t>Ce projet est une application web qui permet de gérer une bibliothèque. Elle utilise des technologies web basiques : HTML pour la structure, CSS pour le design, et JavaScript pour la logique. Les données sont stockées localement dans le navigateur grâce au </a:t>
            </a:r>
            <a:r>
              <a:rPr lang="fr-FR" sz="3600" dirty="0" err="1"/>
              <a:t>localStorage</a:t>
            </a:r>
            <a:r>
              <a:rPr lang="fr-FR" sz="3600" dirty="0" smtClean="0"/>
              <a:t>.</a:t>
            </a:r>
          </a:p>
          <a:p>
            <a:pPr algn="just"/>
            <a:endParaRPr lang="fr-FR" sz="3600" dirty="0"/>
          </a:p>
          <a:p>
            <a:pPr algn="just"/>
            <a:r>
              <a:rPr lang="fr-FR" sz="3600" dirty="0"/>
              <a:t>Technologies utilisées : HTML, </a:t>
            </a:r>
            <a:r>
              <a:rPr lang="fr-FR" sz="3600" dirty="0" smtClean="0"/>
              <a:t>CSS, </a:t>
            </a:r>
            <a:r>
              <a:rPr lang="fr-FR" sz="3600" dirty="0" err="1" smtClean="0"/>
              <a:t>Javascript</a:t>
            </a:r>
            <a:r>
              <a:rPr lang="fr-FR" sz="3600" dirty="0" smtClean="0"/>
              <a:t> , </a:t>
            </a:r>
            <a:r>
              <a:rPr lang="en-GB" sz="3600" dirty="0" err="1"/>
              <a:t>LocalStorage</a:t>
            </a:r>
            <a:r>
              <a:rPr lang="en-GB" sz="3600" dirty="0"/>
              <a:t> </a:t>
            </a:r>
            <a:r>
              <a:rPr lang="en-GB" sz="3600" dirty="0" smtClean="0"/>
              <a:t>.</a:t>
            </a:r>
            <a:endParaRPr lang="fr-FR" sz="3600" dirty="0"/>
          </a:p>
          <a:p>
            <a:pPr algn="just"/>
            <a:endParaRPr lang="fr-FR" sz="3600" dirty="0"/>
          </a:p>
          <a:p>
            <a:pPr algn="just"/>
            <a:r>
              <a:rPr lang="fr-FR" sz="3600" dirty="0"/>
              <a:t>Application : </a:t>
            </a:r>
            <a:r>
              <a:rPr lang="en-GB" sz="3600" dirty="0" err="1" smtClean="0"/>
              <a:t>G</a:t>
            </a:r>
            <a:r>
              <a:rPr lang="en-GB" sz="3600" dirty="0" err="1" smtClean="0"/>
              <a:t>estion</a:t>
            </a:r>
            <a:r>
              <a:rPr lang="en-GB" sz="3600" dirty="0" smtClean="0"/>
              <a:t> </a:t>
            </a:r>
            <a:r>
              <a:rPr lang="en-GB" sz="3600" dirty="0"/>
              <a:t>de </a:t>
            </a:r>
            <a:r>
              <a:rPr lang="en-GB" sz="3600" dirty="0" err="1" smtClean="0"/>
              <a:t>bibliothèque</a:t>
            </a:r>
            <a:r>
              <a:rPr lang="en-GB" sz="3600" dirty="0"/>
              <a:t>.</a:t>
            </a:r>
            <a:endParaRPr lang="fr-FR" sz="3600" dirty="0"/>
          </a:p>
        </p:txBody>
      </p:sp>
      <p:sp>
        <p:nvSpPr>
          <p:cNvPr id="671" name="Click here to edit title-454">
            <a:extLst>
              <a:ext uri="{FF2B5EF4-FFF2-40B4-BE49-F238E27FC236}">
                <a16:creationId xmlns:a16="http://schemas.microsoft.com/office/drawing/2014/main" id="{111B4A49-B930-4A89-A1CD-6CA2B3D95AED}"/>
              </a:ext>
            </a:extLst>
          </p:cNvPr>
          <p:cNvSpPr txBox="1"/>
          <p:nvPr/>
        </p:nvSpPr>
        <p:spPr>
          <a:xfrm>
            <a:off x="1409700" y="993172"/>
            <a:ext cx="15516225" cy="692562"/>
          </a:xfrm>
          <a:prstGeom prst="rect">
            <a:avLst/>
          </a:prstGeom>
          <a:noFill/>
        </p:spPr>
        <p:txBody>
          <a:bodyPr vertOverflow="clip" horzOverflow="clip" wrap="square" lIns="0" tIns="0" rIns="0" bIns="0" rtlCol="0" anchor="t">
            <a:spAutoFit/>
          </a:bodyPr>
          <a:lstStyle/>
          <a:p>
            <a:pPr algn="ctr">
              <a:lnSpc>
                <a:spcPts val="5292"/>
              </a:lnSpc>
            </a:pPr>
            <a:r>
              <a:rPr lang="en-US" sz="5400" spc="-84" dirty="0">
                <a:solidFill>
                  <a:srgbClr val="181C24">
                    <a:alpha val="100000"/>
                  </a:srgbClr>
                </a:solidFill>
              </a:rPr>
              <a:t>Introduction</a:t>
            </a:r>
          </a:p>
        </p:txBody>
      </p:sp>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73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6667500" cy="6667500"/>
          </a:xfrm>
          <a:prstGeom prst="rect">
            <a:avLst/>
          </a:prstGeom>
        </p:spPr>
      </p:pic>
      <p:pic>
        <p:nvPicPr>
          <p:cNvPr id="74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5463" y="378985"/>
            <a:ext cx="8782050" cy="10287000"/>
          </a:xfrm>
          <a:prstGeom prst="rect">
            <a:avLst/>
          </a:prstGeom>
        </p:spPr>
      </p:pic>
      <p:pic>
        <p:nvPicPr>
          <p:cNvPr id="747" name="::before">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0" y="0"/>
            <a:ext cx="6162824" cy="10287000"/>
          </a:xfrm>
          <a:prstGeom prst="rect">
            <a:avLst/>
          </a:prstGeom>
        </p:spPr>
      </p:pic>
      <p:pic>
        <p:nvPicPr>
          <p:cNvPr id="7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749" y="1580212"/>
            <a:ext cx="1047750" cy="1047750"/>
          </a:xfrm>
          <a:prstGeom prst="rect">
            <a:avLst/>
          </a:prstGeom>
        </p:spPr>
      </p:pic>
      <p:sp>
        <p:nvSpPr>
          <p:cNvPr id="755" name="Primary Heading-0">
            <a:extLst>
              <a:ext uri="{FF2B5EF4-FFF2-40B4-BE49-F238E27FC236}">
                <a16:creationId xmlns:a16="http://schemas.microsoft.com/office/drawing/2014/main" id="{111B4A49-B930-4A89-A1CD-6CA2B3D95AED}"/>
              </a:ext>
            </a:extLst>
          </p:cNvPr>
          <p:cNvSpPr txBox="1"/>
          <p:nvPr/>
        </p:nvSpPr>
        <p:spPr>
          <a:xfrm>
            <a:off x="8320736" y="1020085"/>
            <a:ext cx="8314028" cy="2523768"/>
          </a:xfrm>
          <a:prstGeom prst="rect">
            <a:avLst/>
          </a:prstGeom>
          <a:noFill/>
        </p:spPr>
        <p:txBody>
          <a:bodyPr vertOverflow="clip" horzOverflow="clip" wrap="square" lIns="0" tIns="0" rIns="0" bIns="0" rtlCol="0" anchor="t">
            <a:spAutoFit/>
          </a:bodyPr>
          <a:lstStyle/>
          <a:p>
            <a:r>
              <a:rPr lang="fr-FR" sz="3600" spc="-42" dirty="0">
                <a:solidFill>
                  <a:srgbClr val="181C24">
                    <a:alpha val="100000"/>
                  </a:srgbClr>
                </a:solidFill>
                <a:latin typeface="IBM Plex Serif SemiBold" panose="00000700000000000000" pitchFamily="2" charset="0"/>
              </a:rPr>
              <a:t>Objectif </a:t>
            </a:r>
            <a:r>
              <a:rPr lang="fr-FR" sz="3600" spc="-42" dirty="0" smtClean="0">
                <a:solidFill>
                  <a:srgbClr val="181C24">
                    <a:alpha val="100000"/>
                  </a:srgbClr>
                </a:solidFill>
                <a:latin typeface="IBM Plex Serif SemiBold" panose="00000700000000000000" pitchFamily="2" charset="0"/>
              </a:rPr>
              <a:t>1:</a:t>
            </a:r>
          </a:p>
          <a:p>
            <a:r>
              <a:rPr lang="fr-FR" sz="3200" dirty="0"/>
              <a:t>D</a:t>
            </a:r>
            <a:r>
              <a:rPr lang="fr-FR" sz="3200" dirty="0" smtClean="0"/>
              <a:t>évelopper </a:t>
            </a:r>
            <a:r>
              <a:rPr lang="fr-FR" sz="3200" dirty="0"/>
              <a:t>une application web complète qui permet de gérer tous les aspects d'une bibliothèque - les livres, les auteurs, les membres, les emprunts et les catégories.</a:t>
            </a:r>
            <a:endParaRPr lang="fr-FR" sz="3200" spc="-42" dirty="0">
              <a:solidFill>
                <a:srgbClr val="181C24">
                  <a:alpha val="100000"/>
                </a:srgbClr>
              </a:solidFill>
              <a:latin typeface="IBM Plex Serif SemiBold" panose="00000700000000000000" pitchFamily="2" charset="0"/>
            </a:endParaRPr>
          </a:p>
        </p:txBody>
      </p:sp>
      <p:pic>
        <p:nvPicPr>
          <p:cNvPr id="75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8079505" y="4521395"/>
            <a:ext cx="1047750" cy="1047750"/>
          </a:xfrm>
          <a:prstGeom prst="rect">
            <a:avLst/>
          </a:prstGeom>
        </p:spPr>
      </p:pic>
      <p:pic>
        <p:nvPicPr>
          <p:cNvPr id="76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7250289" y="7546344"/>
            <a:ext cx="1047750" cy="1047750"/>
          </a:xfrm>
          <a:prstGeom prst="rect">
            <a:avLst/>
          </a:prstGeom>
        </p:spPr>
      </p:pic>
      <p:sp>
        <p:nvSpPr>
          <p:cNvPr id="769" name="Click here to edit title-429">
            <a:extLst>
              <a:ext uri="{FF2B5EF4-FFF2-40B4-BE49-F238E27FC236}">
                <a16:creationId xmlns:a16="http://schemas.microsoft.com/office/drawing/2014/main" id="{111B4A49-B930-4A89-A1CD-6CA2B3D95AED}"/>
              </a:ext>
            </a:extLst>
          </p:cNvPr>
          <p:cNvSpPr txBox="1"/>
          <p:nvPr/>
        </p:nvSpPr>
        <p:spPr>
          <a:xfrm>
            <a:off x="685800" y="990600"/>
            <a:ext cx="5000625" cy="692562"/>
          </a:xfrm>
          <a:prstGeom prst="rect">
            <a:avLst/>
          </a:prstGeom>
          <a:noFill/>
        </p:spPr>
        <p:txBody>
          <a:bodyPr vertOverflow="clip" horzOverflow="clip" wrap="square" lIns="0" tIns="0" rIns="0" bIns="0" rtlCol="0" anchor="t">
            <a:spAutoFit/>
          </a:bodyPr>
          <a:lstStyle/>
          <a:p>
            <a:pPr>
              <a:lnSpc>
                <a:spcPts val="5292"/>
              </a:lnSpc>
            </a:pPr>
            <a:r>
              <a:rPr lang="en-US" sz="5400" spc="-84" dirty="0" err="1">
                <a:solidFill>
                  <a:srgbClr val="181C24">
                    <a:alpha val="100000"/>
                  </a:srgbClr>
                </a:solidFill>
              </a:rPr>
              <a:t>Objectifs</a:t>
            </a:r>
            <a:endParaRPr lang="en-US" sz="5400" spc="-84" dirty="0">
              <a:solidFill>
                <a:srgbClr val="181C24">
                  <a:alpha val="100000"/>
                </a:srgbClr>
              </a:solidFill>
            </a:endParaRPr>
          </a:p>
        </p:txBody>
      </p:sp>
      <p:sp>
        <p:nvSpPr>
          <p:cNvPr id="2" name="Rectangle 1"/>
          <p:cNvSpPr/>
          <p:nvPr/>
        </p:nvSpPr>
        <p:spPr>
          <a:xfrm>
            <a:off x="9467850" y="4049437"/>
            <a:ext cx="6751864" cy="3724096"/>
          </a:xfrm>
          <a:prstGeom prst="rect">
            <a:avLst/>
          </a:prstGeom>
        </p:spPr>
        <p:txBody>
          <a:bodyPr wrap="square">
            <a:spAutoFit/>
          </a:bodyPr>
          <a:lstStyle/>
          <a:p>
            <a:pPr>
              <a:buNone/>
            </a:pPr>
            <a:r>
              <a:rPr lang="fr-FR" sz="3600" spc="-42" dirty="0">
                <a:solidFill>
                  <a:srgbClr val="181C24">
                    <a:alpha val="100000"/>
                  </a:srgbClr>
                </a:solidFill>
                <a:latin typeface="IBM Plex Serif SemiBold" panose="00000700000000000000" pitchFamily="2" charset="0"/>
              </a:rPr>
              <a:t>Objectif 2</a:t>
            </a:r>
            <a:r>
              <a:rPr lang="fr-FR" sz="3600" spc="-42" dirty="0" smtClean="0">
                <a:solidFill>
                  <a:srgbClr val="181C24">
                    <a:alpha val="100000"/>
                  </a:srgbClr>
                </a:solidFill>
                <a:latin typeface="IBM Plex Serif SemiBold" panose="00000700000000000000" pitchFamily="2" charset="0"/>
              </a:rPr>
              <a:t>:</a:t>
            </a:r>
          </a:p>
          <a:p>
            <a:r>
              <a:rPr lang="fr-FR" sz="3200" dirty="0" smtClean="0"/>
              <a:t>Maîtriser </a:t>
            </a:r>
            <a:r>
              <a:rPr lang="fr-FR" sz="3200" dirty="0"/>
              <a:t>les opérations CRUD en JavaScript, c'est-à-dire pouvoir créer, afficher, modifier et supprimer des données de manière dynamique.</a:t>
            </a:r>
          </a:p>
          <a:p>
            <a:pPr>
              <a:buNone/>
            </a:pPr>
            <a:r>
              <a:rPr lang="fr-FR" sz="3600" dirty="0"/>
              <a:t/>
            </a:r>
            <a:br>
              <a:rPr lang="fr-FR" sz="3600" dirty="0"/>
            </a:br>
            <a:endParaRPr lang="fr-FR" sz="3600" dirty="0"/>
          </a:p>
        </p:txBody>
      </p:sp>
      <p:sp>
        <p:nvSpPr>
          <p:cNvPr id="3" name="Rectangle 2"/>
          <p:cNvSpPr/>
          <p:nvPr/>
        </p:nvSpPr>
        <p:spPr>
          <a:xfrm>
            <a:off x="8656587" y="7502457"/>
            <a:ext cx="9413699" cy="3231654"/>
          </a:xfrm>
          <a:prstGeom prst="rect">
            <a:avLst/>
          </a:prstGeom>
        </p:spPr>
        <p:txBody>
          <a:bodyPr wrap="square">
            <a:spAutoFit/>
          </a:bodyPr>
          <a:lstStyle/>
          <a:p>
            <a:pPr>
              <a:buNone/>
            </a:pPr>
            <a:r>
              <a:rPr lang="fr-FR" sz="3600" spc="-42" dirty="0">
                <a:solidFill>
                  <a:srgbClr val="181C24">
                    <a:alpha val="100000"/>
                  </a:srgbClr>
                </a:solidFill>
                <a:latin typeface="IBM Plex Serif SemiBold" panose="00000700000000000000" pitchFamily="2" charset="0"/>
              </a:rPr>
              <a:t>Objectif </a:t>
            </a:r>
            <a:r>
              <a:rPr lang="fr-FR" sz="3600" spc="-42" dirty="0" smtClean="0">
                <a:solidFill>
                  <a:srgbClr val="181C24">
                    <a:alpha val="100000"/>
                  </a:srgbClr>
                </a:solidFill>
                <a:latin typeface="IBM Plex Serif SemiBold" panose="00000700000000000000" pitchFamily="2" charset="0"/>
              </a:rPr>
              <a:t>3:</a:t>
            </a:r>
            <a:endParaRPr lang="fr-FR" sz="3600" dirty="0"/>
          </a:p>
          <a:p>
            <a:pPr>
              <a:buNone/>
            </a:pPr>
            <a:r>
              <a:rPr lang="fr-FR" sz="3200" dirty="0" smtClean="0"/>
              <a:t>Assurer </a:t>
            </a:r>
            <a:r>
              <a:rPr lang="fr-FR" sz="3200" dirty="0"/>
              <a:t>que les données restent sauvegardées même après la fermeture du navigateur, en utilisant le </a:t>
            </a:r>
            <a:r>
              <a:rPr lang="fr-FR" sz="3200" dirty="0" err="1"/>
              <a:t>localStorage</a:t>
            </a:r>
            <a:r>
              <a:rPr lang="fr-FR" sz="3200" dirty="0"/>
              <a:t> et le format JSON</a:t>
            </a:r>
            <a:r>
              <a:rPr lang="fr-FR" sz="3200" dirty="0" smtClean="0"/>
              <a:t>.</a:t>
            </a:r>
            <a:endParaRPr lang="fr-FR" sz="3200" dirty="0"/>
          </a:p>
          <a:p>
            <a:pPr>
              <a:buNone/>
            </a:pPr>
            <a:r>
              <a:rPr lang="fr-FR" sz="3600" dirty="0"/>
              <a:t/>
            </a:r>
            <a:br>
              <a:rPr lang="fr-FR" sz="3600" dirty="0"/>
            </a:br>
            <a:endParaRPr lang="fr-FR" sz="3600" dirty="0"/>
          </a:p>
        </p:txBody>
      </p:sp>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sp>
        <p:nvSpPr>
          <p:cNvPr id="829" name="Thank You-0">
            <a:extLst>
              <a:ext uri="{FF2B5EF4-FFF2-40B4-BE49-F238E27FC236}">
                <a16:creationId xmlns:a16="http://schemas.microsoft.com/office/drawing/2014/main" id="{111B4A49-B930-4A89-A1CD-6CA2B3D95AED}"/>
              </a:ext>
            </a:extLst>
          </p:cNvPr>
          <p:cNvSpPr txBox="1"/>
          <p:nvPr/>
        </p:nvSpPr>
        <p:spPr>
          <a:xfrm>
            <a:off x="5296258" y="4129145"/>
            <a:ext cx="9505950" cy="804066"/>
          </a:xfrm>
          <a:prstGeom prst="rect">
            <a:avLst/>
          </a:prstGeom>
          <a:noFill/>
        </p:spPr>
        <p:txBody>
          <a:bodyPr vertOverflow="clip" horzOverflow="clip" wrap="square" lIns="0" tIns="0" rIns="0" bIns="0" rtlCol="0" anchor="t">
            <a:spAutoFit/>
          </a:bodyPr>
          <a:lstStyle/>
          <a:p>
            <a:pPr>
              <a:lnSpc>
                <a:spcPts val="6156"/>
              </a:lnSpc>
            </a:pPr>
            <a:r>
              <a:rPr lang="fr-FR" sz="5400" dirty="0" smtClean="0"/>
              <a:t>Architecture de l’Application</a:t>
            </a:r>
            <a:endParaRPr lang="en-US" sz="5400" spc="-108" dirty="0">
              <a:solidFill>
                <a:srgbClr val="181C24">
                  <a:alpha val="100000"/>
                </a:srgbClr>
              </a:solidFill>
              <a:latin typeface="IBM Plex Serif SemiBold" panose="00000700000000000000" pitchFamily="2" charset="0"/>
            </a:endParaRPr>
          </a:p>
        </p:txBody>
      </p:sp>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85800"/>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58091"/>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Rectangle 1"/>
          <p:cNvSpPr/>
          <p:nvPr/>
        </p:nvSpPr>
        <p:spPr>
          <a:xfrm>
            <a:off x="1148196" y="0"/>
            <a:ext cx="308674" cy="757900"/>
          </a:xfrm>
          <a:prstGeom prst="rect">
            <a:avLst/>
          </a:prstGeom>
        </p:spPr>
        <p:txBody>
          <a:bodyPr wrap="none">
            <a:spAutoFit/>
          </a:bodyPr>
          <a:lstStyle/>
          <a:p>
            <a:pPr>
              <a:lnSpc>
                <a:spcPts val="6156"/>
              </a:lnSpc>
            </a:pPr>
            <a:r>
              <a:rPr lang="en-US" spc="-108" dirty="0" smtClean="0">
                <a:solidFill>
                  <a:srgbClr val="181C24">
                    <a:alpha val="100000"/>
                  </a:srgbClr>
                </a:solidFill>
                <a:latin typeface="IBM Plex Serif SemiBold" panose="00000700000000000000" pitchFamily="2" charset="0"/>
              </a:rPr>
              <a:t> </a:t>
            </a:r>
            <a:endParaRPr lang="en-US" spc="-108" dirty="0">
              <a:solidFill>
                <a:srgbClr val="181C24">
                  <a:alpha val="100000"/>
                </a:srgbClr>
              </a:solidFill>
              <a:latin typeface="IBM Plex Serif SemiBold" panose="00000700000000000000" pitchFamily="2" charset="0"/>
            </a:endParaRPr>
          </a:p>
        </p:txBody>
      </p:sp>
      <p:sp>
        <p:nvSpPr>
          <p:cNvPr id="3" name="Rectangle 2"/>
          <p:cNvSpPr/>
          <p:nvPr/>
        </p:nvSpPr>
        <p:spPr>
          <a:xfrm>
            <a:off x="1148196" y="728132"/>
            <a:ext cx="4424673" cy="887422"/>
          </a:xfrm>
          <a:prstGeom prst="rect">
            <a:avLst/>
          </a:prstGeom>
        </p:spPr>
        <p:txBody>
          <a:bodyPr wrap="none">
            <a:spAutoFit/>
          </a:bodyPr>
          <a:lstStyle/>
          <a:p>
            <a:pPr>
              <a:lnSpc>
                <a:spcPts val="6156"/>
              </a:lnSpc>
            </a:pPr>
            <a:r>
              <a:rPr lang="en-US" sz="4000" spc="-108" dirty="0" smtClean="0">
                <a:solidFill>
                  <a:srgbClr val="FF0000"/>
                </a:solidFill>
                <a:latin typeface="Arial Nova" panose="020B0504020202020204" pitchFamily="34" charset="0"/>
              </a:rPr>
              <a:t>Structure du </a:t>
            </a:r>
            <a:r>
              <a:rPr lang="en-US" sz="4000" spc="-108" dirty="0" err="1" smtClean="0">
                <a:solidFill>
                  <a:srgbClr val="FF0000"/>
                </a:solidFill>
                <a:latin typeface="Arial Nova" panose="020B0504020202020204" pitchFamily="34" charset="0"/>
              </a:rPr>
              <a:t>projet</a:t>
            </a:r>
            <a:r>
              <a:rPr lang="en-US" sz="4000" spc="-108" dirty="0" smtClean="0">
                <a:solidFill>
                  <a:srgbClr val="181C24">
                    <a:alpha val="100000"/>
                  </a:srgbClr>
                </a:solidFill>
                <a:latin typeface="Arial Nova" panose="020B0504020202020204" pitchFamily="34" charset="0"/>
              </a:rPr>
              <a:t> </a:t>
            </a:r>
            <a:r>
              <a:rPr lang="en-US" sz="4000" spc="-108" dirty="0">
                <a:solidFill>
                  <a:srgbClr val="181C24">
                    <a:alpha val="100000"/>
                  </a:srgbClr>
                </a:solidFill>
                <a:latin typeface="Arial Nova" panose="020B0504020202020204" pitchFamily="34" charset="0"/>
              </a:rPr>
              <a:t>:</a:t>
            </a:r>
          </a:p>
        </p:txBody>
      </p:sp>
      <p:pic>
        <p:nvPicPr>
          <p:cNvPr id="5" name="Picture 4"/>
          <p:cNvPicPr>
            <a:picLocks noChangeAspect="1"/>
          </p:cNvPicPr>
          <p:nvPr/>
        </p:nvPicPr>
        <p:blipFill>
          <a:blip r:embed="rId332"/>
          <a:stretch>
            <a:fillRect/>
          </a:stretch>
        </p:blipFill>
        <p:spPr>
          <a:xfrm>
            <a:off x="1148196" y="2032421"/>
            <a:ext cx="7691464" cy="5273254"/>
          </a:xfrm>
          <a:prstGeom prst="rect">
            <a:avLst/>
          </a:prstGeom>
        </p:spPr>
      </p:pic>
      <p:sp>
        <p:nvSpPr>
          <p:cNvPr id="6" name="Rectangle 5"/>
          <p:cNvSpPr/>
          <p:nvPr/>
        </p:nvSpPr>
        <p:spPr>
          <a:xfrm>
            <a:off x="281122" y="7849563"/>
            <a:ext cx="13870306" cy="827150"/>
          </a:xfrm>
          <a:prstGeom prst="rect">
            <a:avLst/>
          </a:prstGeom>
        </p:spPr>
        <p:txBody>
          <a:bodyPr wrap="square">
            <a:spAutoFit/>
          </a:bodyPr>
          <a:lstStyle/>
          <a:p>
            <a:pPr>
              <a:lnSpc>
                <a:spcPts val="6156"/>
              </a:lnSpc>
            </a:pPr>
            <a:r>
              <a:rPr lang="fr-FR" sz="3600" b="1" dirty="0"/>
              <a:t>Flux de navigation :</a:t>
            </a:r>
            <a:r>
              <a:rPr lang="fr-FR" sz="3600" dirty="0"/>
              <a:t> Login → Dashboard → Sélection d'entité → CRUD</a:t>
            </a:r>
            <a:endParaRPr lang="en-US" sz="3600" spc="-108" dirty="0">
              <a:solidFill>
                <a:srgbClr val="181C24">
                  <a:alpha val="100000"/>
                </a:srgbClr>
              </a:solidFill>
              <a:latin typeface="IBM Plex Serif SemiBold" panose="00000700000000000000" pitchFamily="2" charset="0"/>
            </a:endParaRPr>
          </a:p>
        </p:txBody>
      </p:sp>
    </p:spTree>
    <p:extLst>
      <p:ext uri="{BB962C8B-B14F-4D97-AF65-F5344CB8AC3E}">
        <p14:creationId xmlns:p14="http://schemas.microsoft.com/office/powerpoint/2010/main" val="396907824"/>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138546" y="0"/>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30382"/>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Rectangle 1"/>
          <p:cNvSpPr/>
          <p:nvPr/>
        </p:nvSpPr>
        <p:spPr>
          <a:xfrm>
            <a:off x="1148196" y="0"/>
            <a:ext cx="308674" cy="757900"/>
          </a:xfrm>
          <a:prstGeom prst="rect">
            <a:avLst/>
          </a:prstGeom>
        </p:spPr>
        <p:txBody>
          <a:bodyPr wrap="none">
            <a:spAutoFit/>
          </a:bodyPr>
          <a:lstStyle/>
          <a:p>
            <a:pPr>
              <a:lnSpc>
                <a:spcPts val="6156"/>
              </a:lnSpc>
            </a:pPr>
            <a:r>
              <a:rPr lang="en-US" spc="-108" dirty="0" smtClean="0">
                <a:solidFill>
                  <a:srgbClr val="181C24">
                    <a:alpha val="100000"/>
                  </a:srgbClr>
                </a:solidFill>
                <a:latin typeface="IBM Plex Serif SemiBold" panose="00000700000000000000" pitchFamily="2" charset="0"/>
              </a:rPr>
              <a:t> </a:t>
            </a:r>
            <a:endParaRPr lang="en-US" spc="-108" dirty="0">
              <a:solidFill>
                <a:srgbClr val="181C24">
                  <a:alpha val="100000"/>
                </a:srgbClr>
              </a:solidFill>
              <a:latin typeface="IBM Plex Serif SemiBold" panose="00000700000000000000" pitchFamily="2" charset="0"/>
            </a:endParaRPr>
          </a:p>
        </p:txBody>
      </p:sp>
      <p:sp>
        <p:nvSpPr>
          <p:cNvPr id="3" name="Rectangle 2"/>
          <p:cNvSpPr/>
          <p:nvPr/>
        </p:nvSpPr>
        <p:spPr>
          <a:xfrm>
            <a:off x="1148196" y="728132"/>
            <a:ext cx="4601581" cy="819904"/>
          </a:xfrm>
          <a:prstGeom prst="rect">
            <a:avLst/>
          </a:prstGeom>
        </p:spPr>
        <p:txBody>
          <a:bodyPr wrap="none">
            <a:spAutoFit/>
          </a:bodyPr>
          <a:lstStyle/>
          <a:p>
            <a:pPr>
              <a:lnSpc>
                <a:spcPts val="6156"/>
              </a:lnSpc>
            </a:pPr>
            <a:r>
              <a:rPr lang="en-GB" sz="4000" dirty="0">
                <a:solidFill>
                  <a:srgbClr val="FF0000"/>
                </a:solidFill>
              </a:rPr>
              <a:t>Les 5 </a:t>
            </a:r>
            <a:r>
              <a:rPr lang="en-GB" sz="4000" dirty="0" err="1">
                <a:solidFill>
                  <a:srgbClr val="FF0000"/>
                </a:solidFill>
              </a:rPr>
              <a:t>Entités</a:t>
            </a:r>
            <a:r>
              <a:rPr lang="en-GB" sz="4000" dirty="0">
                <a:solidFill>
                  <a:srgbClr val="FF0000"/>
                </a:solidFill>
              </a:rPr>
              <a:t> </a:t>
            </a:r>
            <a:r>
              <a:rPr lang="en-GB" sz="4000" dirty="0" err="1" smtClean="0">
                <a:solidFill>
                  <a:srgbClr val="FF0000"/>
                </a:solidFill>
              </a:rPr>
              <a:t>Gérées</a:t>
            </a:r>
            <a:r>
              <a:rPr lang="en-GB" sz="4000" dirty="0" smtClean="0">
                <a:solidFill>
                  <a:srgbClr val="FF0000"/>
                </a:solidFill>
              </a:rPr>
              <a:t> :</a:t>
            </a:r>
            <a:endParaRPr lang="en-US" sz="4000" spc="-108" dirty="0">
              <a:solidFill>
                <a:srgbClr val="FF0000"/>
              </a:solidFill>
              <a:latin typeface="Arial Nova" panose="020B0504020202020204" pitchFamily="34" charset="0"/>
            </a:endParaRPr>
          </a:p>
        </p:txBody>
      </p:sp>
      <p:pic>
        <p:nvPicPr>
          <p:cNvPr id="4" name="Picture 3"/>
          <p:cNvPicPr>
            <a:picLocks noChangeAspect="1"/>
          </p:cNvPicPr>
          <p:nvPr/>
        </p:nvPicPr>
        <p:blipFill>
          <a:blip r:embed="rId332"/>
          <a:stretch>
            <a:fillRect/>
          </a:stretch>
        </p:blipFill>
        <p:spPr>
          <a:xfrm>
            <a:off x="1148196" y="2426083"/>
            <a:ext cx="13727338" cy="5434834"/>
          </a:xfrm>
          <a:prstGeom prst="rect">
            <a:avLst/>
          </a:prstGeom>
        </p:spPr>
      </p:pic>
    </p:spTree>
    <p:extLst>
      <p:ext uri="{BB962C8B-B14F-4D97-AF65-F5344CB8AC3E}">
        <p14:creationId xmlns:p14="http://schemas.microsoft.com/office/powerpoint/2010/main" val="4059354553"/>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138546" y="0"/>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30382"/>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Rectangle 1"/>
          <p:cNvSpPr/>
          <p:nvPr/>
        </p:nvSpPr>
        <p:spPr>
          <a:xfrm>
            <a:off x="5959682" y="4200660"/>
            <a:ext cx="6480044" cy="887422"/>
          </a:xfrm>
          <a:prstGeom prst="rect">
            <a:avLst/>
          </a:prstGeom>
        </p:spPr>
        <p:txBody>
          <a:bodyPr wrap="none">
            <a:spAutoFit/>
          </a:bodyPr>
          <a:lstStyle/>
          <a:p>
            <a:pPr>
              <a:lnSpc>
                <a:spcPts val="6156"/>
              </a:lnSpc>
            </a:pPr>
            <a:r>
              <a:rPr lang="en-GB" sz="5400" dirty="0"/>
              <a:t>Concept </a:t>
            </a:r>
            <a:r>
              <a:rPr lang="en-GB" sz="5400" dirty="0" smtClean="0"/>
              <a:t>CRUD + JSON</a:t>
            </a:r>
            <a:r>
              <a:rPr lang="en-US" sz="5400" spc="-108" dirty="0" smtClean="0">
                <a:solidFill>
                  <a:srgbClr val="181C24">
                    <a:alpha val="100000"/>
                  </a:srgbClr>
                </a:solidFill>
              </a:rPr>
              <a:t> </a:t>
            </a:r>
            <a:endParaRPr lang="en-US" sz="5400" spc="-108" dirty="0">
              <a:solidFill>
                <a:srgbClr val="181C24">
                  <a:alpha val="100000"/>
                </a:srgbClr>
              </a:solidFill>
            </a:endParaRPr>
          </a:p>
        </p:txBody>
      </p:sp>
    </p:spTree>
    <p:extLst>
      <p:ext uri="{BB962C8B-B14F-4D97-AF65-F5344CB8AC3E}">
        <p14:creationId xmlns:p14="http://schemas.microsoft.com/office/powerpoint/2010/main" val="3752354823"/>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188640" y="0"/>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30382"/>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Rectangle 1"/>
          <p:cNvSpPr/>
          <p:nvPr/>
        </p:nvSpPr>
        <p:spPr>
          <a:xfrm>
            <a:off x="1148196" y="0"/>
            <a:ext cx="308674" cy="757900"/>
          </a:xfrm>
          <a:prstGeom prst="rect">
            <a:avLst/>
          </a:prstGeom>
        </p:spPr>
        <p:txBody>
          <a:bodyPr wrap="none">
            <a:spAutoFit/>
          </a:bodyPr>
          <a:lstStyle/>
          <a:p>
            <a:pPr>
              <a:lnSpc>
                <a:spcPts val="6156"/>
              </a:lnSpc>
            </a:pPr>
            <a:r>
              <a:rPr lang="en-US" spc="-108" dirty="0" smtClean="0">
                <a:solidFill>
                  <a:srgbClr val="181C24">
                    <a:alpha val="100000"/>
                  </a:srgbClr>
                </a:solidFill>
                <a:latin typeface="IBM Plex Serif SemiBold" panose="00000700000000000000" pitchFamily="2" charset="0"/>
              </a:rPr>
              <a:t> </a:t>
            </a:r>
            <a:endParaRPr lang="en-US" spc="-108" dirty="0">
              <a:solidFill>
                <a:srgbClr val="181C24">
                  <a:alpha val="100000"/>
                </a:srgbClr>
              </a:solidFill>
              <a:latin typeface="IBM Plex Serif SemiBold" panose="00000700000000000000" pitchFamily="2" charset="0"/>
            </a:endParaRPr>
          </a:p>
        </p:txBody>
      </p:sp>
      <p:sp>
        <p:nvSpPr>
          <p:cNvPr id="3" name="Rectangle 2"/>
          <p:cNvSpPr/>
          <p:nvPr/>
        </p:nvSpPr>
        <p:spPr>
          <a:xfrm>
            <a:off x="1148196" y="728132"/>
            <a:ext cx="3336106" cy="819904"/>
          </a:xfrm>
          <a:prstGeom prst="rect">
            <a:avLst/>
          </a:prstGeom>
        </p:spPr>
        <p:txBody>
          <a:bodyPr wrap="none">
            <a:spAutoFit/>
          </a:bodyPr>
          <a:lstStyle/>
          <a:p>
            <a:pPr>
              <a:lnSpc>
                <a:spcPts val="6156"/>
              </a:lnSpc>
            </a:pPr>
            <a:r>
              <a:rPr lang="en-GB" sz="4000" dirty="0">
                <a:solidFill>
                  <a:srgbClr val="FF0000"/>
                </a:solidFill>
              </a:rPr>
              <a:t>Concept CRUD</a:t>
            </a:r>
            <a:r>
              <a:rPr lang="en-US" sz="4000" spc="-108" dirty="0" smtClean="0">
                <a:solidFill>
                  <a:srgbClr val="FF0000"/>
                </a:solidFill>
                <a:latin typeface="Arial Nova" panose="020B0504020202020204" pitchFamily="34" charset="0"/>
              </a:rPr>
              <a:t>:</a:t>
            </a:r>
            <a:endParaRPr lang="en-US" sz="4000" spc="-108" dirty="0">
              <a:solidFill>
                <a:srgbClr val="FF0000"/>
              </a:solidFill>
              <a:latin typeface="Arial Nova" panose="020B0504020202020204" pitchFamily="34" charset="0"/>
            </a:endParaRPr>
          </a:p>
        </p:txBody>
      </p:sp>
      <p:cxnSp>
        <p:nvCxnSpPr>
          <p:cNvPr id="6" name="Straight Connector 5"/>
          <p:cNvCxnSpPr/>
          <p:nvPr/>
        </p:nvCxnSpPr>
        <p:spPr>
          <a:xfrm flipH="1">
            <a:off x="1132114" y="2982686"/>
            <a:ext cx="160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flipV="1">
            <a:off x="1132114" y="2982686"/>
            <a:ext cx="16082" cy="1458685"/>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32"/>
          <a:stretch>
            <a:fillRect/>
          </a:stretch>
        </p:blipFill>
        <p:spPr>
          <a:xfrm>
            <a:off x="890371" y="2033057"/>
            <a:ext cx="8064989" cy="6488946"/>
          </a:xfrm>
          <a:prstGeom prst="rect">
            <a:avLst/>
          </a:prstGeom>
        </p:spPr>
      </p:pic>
      <p:pic>
        <p:nvPicPr>
          <p:cNvPr id="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326263" y="782782"/>
            <a:ext cx="6429375" cy="8915400"/>
          </a:xfrm>
          <a:prstGeom prst="rect">
            <a:avLst/>
          </a:prstGeom>
          <a:effectLst>
            <a:outerShdw blurRad="285750" dir="2700000" algn="ctr" rotWithShape="0">
              <a:srgbClr val="000000">
                <a:alpha val="40000"/>
              </a:srgbClr>
            </a:outerShdw>
          </a:effectLst>
        </p:spPr>
      </p:pic>
      <p:sp>
        <p:nvSpPr>
          <p:cNvPr id="17" name="Rectangle 16"/>
          <p:cNvSpPr/>
          <p:nvPr/>
        </p:nvSpPr>
        <p:spPr>
          <a:xfrm>
            <a:off x="9779123" y="3110389"/>
            <a:ext cx="7976515" cy="4185761"/>
          </a:xfrm>
          <a:prstGeom prst="rect">
            <a:avLst/>
          </a:prstGeom>
        </p:spPr>
        <p:txBody>
          <a:bodyPr wrap="square">
            <a:spAutoFit/>
          </a:bodyPr>
          <a:lstStyle/>
          <a:p>
            <a:r>
              <a:rPr lang="fr-FR" sz="3800" b="1" dirty="0"/>
              <a:t>Exemple concret avec les Livres :</a:t>
            </a:r>
            <a:endParaRPr lang="fr-FR" sz="3800" dirty="0"/>
          </a:p>
          <a:p>
            <a:pPr>
              <a:buFont typeface="Arial" panose="020B0604020202020204" pitchFamily="34" charset="0"/>
              <a:buChar char="•"/>
            </a:pPr>
            <a:r>
              <a:rPr lang="fr-FR" sz="3800" b="1" dirty="0" err="1"/>
              <a:t>Create</a:t>
            </a:r>
            <a:r>
              <a:rPr lang="fr-FR" sz="3800" b="1" dirty="0"/>
              <a:t>:</a:t>
            </a:r>
            <a:r>
              <a:rPr lang="fr-FR" sz="3800" dirty="0"/>
              <a:t> Ajouter un nouveau livre</a:t>
            </a:r>
          </a:p>
          <a:p>
            <a:pPr>
              <a:buFont typeface="Arial" panose="020B0604020202020204" pitchFamily="34" charset="0"/>
              <a:buChar char="•"/>
            </a:pPr>
            <a:r>
              <a:rPr lang="fr-FR" sz="3800" b="1" dirty="0"/>
              <a:t>Read:</a:t>
            </a:r>
            <a:r>
              <a:rPr lang="fr-FR" sz="3800" dirty="0"/>
              <a:t> Afficher tous les livres dans un tableau</a:t>
            </a:r>
          </a:p>
          <a:p>
            <a:pPr>
              <a:buFont typeface="Arial" panose="020B0604020202020204" pitchFamily="34" charset="0"/>
              <a:buChar char="•"/>
            </a:pPr>
            <a:r>
              <a:rPr lang="fr-FR" sz="3800" b="1" dirty="0"/>
              <a:t>Update:</a:t>
            </a:r>
            <a:r>
              <a:rPr lang="fr-FR" sz="3800" dirty="0"/>
              <a:t> Modifier les informations d'un livre existant</a:t>
            </a:r>
          </a:p>
          <a:p>
            <a:pPr>
              <a:buFont typeface="Arial" panose="020B0604020202020204" pitchFamily="34" charset="0"/>
              <a:buChar char="•"/>
            </a:pPr>
            <a:r>
              <a:rPr lang="fr-FR" sz="3800" b="1" dirty="0" err="1"/>
              <a:t>Delete</a:t>
            </a:r>
            <a:r>
              <a:rPr lang="fr-FR" sz="3800" b="1" dirty="0"/>
              <a:t>:</a:t>
            </a:r>
            <a:r>
              <a:rPr lang="fr-FR" sz="3800" dirty="0"/>
              <a:t> Supprimer un livre de la base</a:t>
            </a:r>
          </a:p>
        </p:txBody>
      </p:sp>
    </p:spTree>
    <p:extLst>
      <p:ext uri="{BB962C8B-B14F-4D97-AF65-F5344CB8AC3E}">
        <p14:creationId xmlns:p14="http://schemas.microsoft.com/office/powerpoint/2010/main" val="3819190038"/>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138546" y="0"/>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30382"/>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Rectangle 1"/>
          <p:cNvSpPr/>
          <p:nvPr/>
        </p:nvSpPr>
        <p:spPr>
          <a:xfrm>
            <a:off x="772772" y="1786323"/>
            <a:ext cx="15873998" cy="4067780"/>
          </a:xfrm>
          <a:prstGeom prst="rect">
            <a:avLst/>
          </a:prstGeom>
        </p:spPr>
        <p:txBody>
          <a:bodyPr wrap="square">
            <a:spAutoFit/>
          </a:bodyPr>
          <a:lstStyle/>
          <a:p>
            <a:pPr>
              <a:lnSpc>
                <a:spcPts val="6156"/>
              </a:lnSpc>
            </a:pPr>
            <a:r>
              <a:rPr lang="en-GB" sz="3600" dirty="0"/>
              <a:t>Comment </a:t>
            </a:r>
            <a:r>
              <a:rPr lang="en-GB" sz="3600" dirty="0" err="1"/>
              <a:t>ça</a:t>
            </a:r>
            <a:r>
              <a:rPr lang="en-GB" sz="3600" dirty="0"/>
              <a:t> </a:t>
            </a:r>
            <a:r>
              <a:rPr lang="en-GB" sz="3600" dirty="0" err="1"/>
              <a:t>marche</a:t>
            </a:r>
            <a:r>
              <a:rPr lang="en-GB" sz="3600" dirty="0"/>
              <a:t> </a:t>
            </a:r>
            <a:r>
              <a:rPr lang="en-GB" sz="3600" dirty="0" smtClean="0"/>
              <a:t>?</a:t>
            </a:r>
          </a:p>
          <a:p>
            <a:pPr>
              <a:lnSpc>
                <a:spcPts val="6156"/>
              </a:lnSpc>
            </a:pPr>
            <a:r>
              <a:rPr lang="fr-FR" sz="3600" dirty="0"/>
              <a:t>Les données sont stockées dans le </a:t>
            </a:r>
            <a:r>
              <a:rPr lang="fr-FR" sz="3600" dirty="0" err="1"/>
              <a:t>localStorage</a:t>
            </a:r>
            <a:r>
              <a:rPr lang="fr-FR" sz="3600" dirty="0"/>
              <a:t> du navigateur</a:t>
            </a:r>
            <a:r>
              <a:rPr lang="fr-FR" sz="3600" dirty="0" smtClean="0"/>
              <a:t>.</a:t>
            </a:r>
          </a:p>
          <a:p>
            <a:pPr>
              <a:lnSpc>
                <a:spcPts val="6156"/>
              </a:lnSpc>
            </a:pPr>
            <a:r>
              <a:rPr lang="fr-FR" sz="3600" dirty="0" smtClean="0"/>
              <a:t> </a:t>
            </a:r>
            <a:r>
              <a:rPr lang="fr-FR" sz="3600" dirty="0"/>
              <a:t>Comme </a:t>
            </a:r>
            <a:r>
              <a:rPr lang="fr-FR" sz="3600" dirty="0" err="1"/>
              <a:t>localStorage</a:t>
            </a:r>
            <a:r>
              <a:rPr lang="fr-FR" sz="3600" dirty="0"/>
              <a:t> ne peut stocker que du texte, on utilise JSON pour convertir nos objets JavaScript en texte avant de les sauvegarder, et on les reconvertit en objets quand on veut les utiliser.</a:t>
            </a:r>
            <a:r>
              <a:rPr lang="en-US" sz="3600" spc="-108" dirty="0" smtClean="0">
                <a:solidFill>
                  <a:srgbClr val="181C24">
                    <a:alpha val="100000"/>
                  </a:srgbClr>
                </a:solidFill>
                <a:latin typeface="IBM Plex Serif SemiBold" panose="00000700000000000000" pitchFamily="2" charset="0"/>
              </a:rPr>
              <a:t> </a:t>
            </a:r>
            <a:endParaRPr lang="en-US" sz="3600" spc="-108" dirty="0">
              <a:solidFill>
                <a:srgbClr val="181C24">
                  <a:alpha val="100000"/>
                </a:srgbClr>
              </a:solidFill>
              <a:latin typeface="IBM Plex Serif SemiBold" panose="00000700000000000000" pitchFamily="2" charset="0"/>
            </a:endParaRPr>
          </a:p>
        </p:txBody>
      </p:sp>
      <p:sp>
        <p:nvSpPr>
          <p:cNvPr id="3" name="Rectangle 2"/>
          <p:cNvSpPr/>
          <p:nvPr/>
        </p:nvSpPr>
        <p:spPr>
          <a:xfrm>
            <a:off x="772770" y="894973"/>
            <a:ext cx="9489777" cy="819904"/>
          </a:xfrm>
          <a:prstGeom prst="rect">
            <a:avLst/>
          </a:prstGeom>
        </p:spPr>
        <p:txBody>
          <a:bodyPr wrap="none">
            <a:spAutoFit/>
          </a:bodyPr>
          <a:lstStyle/>
          <a:p>
            <a:pPr>
              <a:lnSpc>
                <a:spcPts val="6156"/>
              </a:lnSpc>
            </a:pPr>
            <a:r>
              <a:rPr lang="fr-FR" sz="4000" dirty="0">
                <a:solidFill>
                  <a:srgbClr val="FF0000"/>
                </a:solidFill>
              </a:rPr>
              <a:t>Stockage des Données (</a:t>
            </a:r>
            <a:r>
              <a:rPr lang="fr-FR" sz="4000" dirty="0" err="1">
                <a:solidFill>
                  <a:srgbClr val="FF0000"/>
                </a:solidFill>
              </a:rPr>
              <a:t>localStorage</a:t>
            </a:r>
            <a:r>
              <a:rPr lang="fr-FR" sz="4000" dirty="0">
                <a:solidFill>
                  <a:srgbClr val="FF0000"/>
                </a:solidFill>
              </a:rPr>
              <a:t> + JSON</a:t>
            </a:r>
            <a:r>
              <a:rPr lang="fr-FR" sz="4000" dirty="0" smtClean="0">
                <a:solidFill>
                  <a:srgbClr val="FF0000"/>
                </a:solidFill>
              </a:rPr>
              <a:t>):</a:t>
            </a:r>
            <a:endParaRPr lang="en-US" sz="4000" spc="-108" dirty="0">
              <a:solidFill>
                <a:srgbClr val="FF0000"/>
              </a:solidFill>
              <a:latin typeface="Arial Nova" panose="020B0504020202020204" pitchFamily="34" charset="0"/>
            </a:endParaRPr>
          </a:p>
        </p:txBody>
      </p:sp>
      <p:pic>
        <p:nvPicPr>
          <p:cNvPr id="4" name="Picture 3"/>
          <p:cNvPicPr>
            <a:picLocks noChangeAspect="1"/>
          </p:cNvPicPr>
          <p:nvPr/>
        </p:nvPicPr>
        <p:blipFill>
          <a:blip r:embed="rId332"/>
          <a:stretch>
            <a:fillRect/>
          </a:stretch>
        </p:blipFill>
        <p:spPr>
          <a:xfrm>
            <a:off x="2760475" y="7123793"/>
            <a:ext cx="12767049" cy="2457712"/>
          </a:xfrm>
          <a:prstGeom prst="rect">
            <a:avLst/>
          </a:prstGeom>
        </p:spPr>
      </p:pic>
    </p:spTree>
    <p:extLst>
      <p:ext uri="{BB962C8B-B14F-4D97-AF65-F5344CB8AC3E}">
        <p14:creationId xmlns:p14="http://schemas.microsoft.com/office/powerpoint/2010/main" val="2557778544"/>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573639"/>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sp>
        <p:nvSpPr>
          <p:cNvPr id="829" name="Thank You-0">
            <a:extLst>
              <a:ext uri="{FF2B5EF4-FFF2-40B4-BE49-F238E27FC236}">
                <a16:creationId xmlns:a16="http://schemas.microsoft.com/office/drawing/2014/main" id="{111B4A49-B930-4A89-A1CD-6CA2B3D95AED}"/>
              </a:ext>
            </a:extLst>
          </p:cNvPr>
          <p:cNvSpPr txBox="1"/>
          <p:nvPr/>
        </p:nvSpPr>
        <p:spPr>
          <a:xfrm>
            <a:off x="7134437" y="4152591"/>
            <a:ext cx="10787804" cy="804066"/>
          </a:xfrm>
          <a:prstGeom prst="rect">
            <a:avLst/>
          </a:prstGeom>
          <a:noFill/>
        </p:spPr>
        <p:txBody>
          <a:bodyPr vertOverflow="clip" horzOverflow="clip" wrap="square" lIns="0" tIns="0" rIns="0" bIns="0" rtlCol="0" anchor="t">
            <a:spAutoFit/>
          </a:bodyPr>
          <a:lstStyle/>
          <a:p>
            <a:pPr>
              <a:lnSpc>
                <a:spcPts val="6156"/>
              </a:lnSpc>
            </a:pPr>
            <a:r>
              <a:rPr lang="en-GB" sz="5400" dirty="0" err="1"/>
              <a:t>Démonstration</a:t>
            </a:r>
            <a:r>
              <a:rPr lang="en-GB" sz="5400" dirty="0"/>
              <a:t> </a:t>
            </a:r>
            <a:endParaRPr lang="en-US" sz="5400" spc="-108" dirty="0">
              <a:solidFill>
                <a:srgbClr val="181C24">
                  <a:alpha val="100000"/>
                </a:srgbClr>
              </a:solidFill>
              <a:latin typeface="IBM Plex Serif SemiBold" panose="00000700000000000000" pitchFamily="2" charset="0"/>
            </a:endParaRPr>
          </a:p>
        </p:txBody>
      </p:sp>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85800"/>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Tree>
    <p:extLst>
      <p:ext uri="{BB962C8B-B14F-4D97-AF65-F5344CB8AC3E}">
        <p14:creationId xmlns:p14="http://schemas.microsoft.com/office/powerpoint/2010/main" val="2634235155"/>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138546" y="0"/>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02673"/>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3" name="Rectangle 2"/>
          <p:cNvSpPr/>
          <p:nvPr/>
        </p:nvSpPr>
        <p:spPr>
          <a:xfrm>
            <a:off x="819950" y="652462"/>
            <a:ext cx="1612301" cy="804451"/>
          </a:xfrm>
          <a:prstGeom prst="rect">
            <a:avLst/>
          </a:prstGeom>
        </p:spPr>
        <p:txBody>
          <a:bodyPr wrap="none">
            <a:spAutoFit/>
          </a:bodyPr>
          <a:lstStyle/>
          <a:p>
            <a:pPr>
              <a:lnSpc>
                <a:spcPts val="6156"/>
              </a:lnSpc>
            </a:pPr>
            <a:r>
              <a:rPr lang="en-US" sz="4000" spc="-108" dirty="0" smtClean="0">
                <a:solidFill>
                  <a:srgbClr val="FF0000"/>
                </a:solidFill>
                <a:latin typeface="Arial Nova" panose="020B0504020202020204" pitchFamily="34" charset="0"/>
              </a:rPr>
              <a:t>Login</a:t>
            </a:r>
            <a:r>
              <a:rPr lang="en-US" sz="4000" spc="-108" dirty="0">
                <a:solidFill>
                  <a:srgbClr val="181C24">
                    <a:alpha val="100000"/>
                  </a:srgbClr>
                </a:solidFill>
                <a:latin typeface="Arial Nova" panose="020B0504020202020204" pitchFamily="34" charset="0"/>
              </a:rPr>
              <a:t> </a:t>
            </a:r>
            <a:r>
              <a:rPr lang="en-US" sz="4000" spc="-108" dirty="0">
                <a:solidFill>
                  <a:srgbClr val="FF0000"/>
                </a:solidFill>
                <a:latin typeface="Arial Nova" panose="020B0504020202020204" pitchFamily="34" charset="0"/>
              </a:rPr>
              <a:t>:</a:t>
            </a:r>
            <a:endParaRPr lang="en-US" sz="4000" spc="-108" dirty="0">
              <a:solidFill>
                <a:srgbClr val="181C24">
                  <a:alpha val="100000"/>
                </a:srgbClr>
              </a:solidFill>
              <a:latin typeface="Arial Nova" panose="020B0504020202020204" pitchFamily="34" charset="0"/>
            </a:endParaRPr>
          </a:p>
        </p:txBody>
      </p:sp>
      <p:pic>
        <p:nvPicPr>
          <p:cNvPr id="4" name="Picture 3"/>
          <p:cNvPicPr>
            <a:picLocks noChangeAspect="1"/>
          </p:cNvPicPr>
          <p:nvPr/>
        </p:nvPicPr>
        <p:blipFill>
          <a:blip r:embed="rId332"/>
          <a:stretch>
            <a:fillRect/>
          </a:stretch>
        </p:blipFill>
        <p:spPr>
          <a:xfrm>
            <a:off x="-138546" y="1794885"/>
            <a:ext cx="9384518" cy="8002151"/>
          </a:xfrm>
          <a:prstGeom prst="rect">
            <a:avLst/>
          </a:prstGeom>
        </p:spPr>
      </p:pic>
      <p:pic>
        <p:nvPicPr>
          <p:cNvPr id="6" name="Picture 5"/>
          <p:cNvPicPr>
            <a:picLocks noChangeAspect="1"/>
          </p:cNvPicPr>
          <p:nvPr/>
        </p:nvPicPr>
        <p:blipFill>
          <a:blip r:embed="rId333"/>
          <a:stretch>
            <a:fillRect/>
          </a:stretch>
        </p:blipFill>
        <p:spPr>
          <a:xfrm>
            <a:off x="8886106" y="2165693"/>
            <a:ext cx="9401894" cy="7260537"/>
          </a:xfrm>
          <a:prstGeom prst="rect">
            <a:avLst/>
          </a:prstGeom>
        </p:spPr>
      </p:pic>
    </p:spTree>
    <p:extLst>
      <p:ext uri="{BB962C8B-B14F-4D97-AF65-F5344CB8AC3E}">
        <p14:creationId xmlns:p14="http://schemas.microsoft.com/office/powerpoint/2010/main" val="190984808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96637" y="636639"/>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Rectangle 1"/>
          <p:cNvSpPr/>
          <p:nvPr/>
        </p:nvSpPr>
        <p:spPr>
          <a:xfrm>
            <a:off x="1148196" y="0"/>
            <a:ext cx="308674" cy="757900"/>
          </a:xfrm>
          <a:prstGeom prst="rect">
            <a:avLst/>
          </a:prstGeom>
        </p:spPr>
        <p:txBody>
          <a:bodyPr wrap="none">
            <a:spAutoFit/>
          </a:bodyPr>
          <a:lstStyle/>
          <a:p>
            <a:pPr>
              <a:lnSpc>
                <a:spcPts val="6156"/>
              </a:lnSpc>
            </a:pPr>
            <a:r>
              <a:rPr lang="en-US" spc="-108" dirty="0" smtClean="0">
                <a:solidFill>
                  <a:srgbClr val="181C24">
                    <a:alpha val="100000"/>
                  </a:srgbClr>
                </a:solidFill>
                <a:latin typeface="IBM Plex Serif SemiBold" panose="00000700000000000000" pitchFamily="2" charset="0"/>
              </a:rPr>
              <a:t> </a:t>
            </a:r>
            <a:endParaRPr lang="en-US" spc="-108" dirty="0">
              <a:solidFill>
                <a:srgbClr val="181C24">
                  <a:alpha val="100000"/>
                </a:srgbClr>
              </a:solidFill>
              <a:latin typeface="IBM Plex Serif SemiBold" panose="00000700000000000000" pitchFamily="2" charset="0"/>
            </a:endParaRPr>
          </a:p>
        </p:txBody>
      </p:sp>
      <p:sp>
        <p:nvSpPr>
          <p:cNvPr id="3" name="Rectangle 2"/>
          <p:cNvSpPr/>
          <p:nvPr/>
        </p:nvSpPr>
        <p:spPr>
          <a:xfrm>
            <a:off x="1148196" y="728132"/>
            <a:ext cx="4760470" cy="887422"/>
          </a:xfrm>
          <a:prstGeom prst="rect">
            <a:avLst/>
          </a:prstGeom>
        </p:spPr>
        <p:txBody>
          <a:bodyPr wrap="none">
            <a:spAutoFit/>
          </a:bodyPr>
          <a:lstStyle/>
          <a:p>
            <a:pPr>
              <a:lnSpc>
                <a:spcPts val="6156"/>
              </a:lnSpc>
            </a:pPr>
            <a:r>
              <a:rPr lang="en-US" sz="4000" spc="-108" dirty="0" smtClean="0">
                <a:solidFill>
                  <a:srgbClr val="FF0000"/>
                </a:solidFill>
                <a:latin typeface="Arial Nova" panose="020B0504020202020204" pitchFamily="34" charset="0"/>
              </a:rPr>
              <a:t>Verification de Login :</a:t>
            </a:r>
            <a:endParaRPr lang="en-US" sz="4000" spc="-108" dirty="0">
              <a:solidFill>
                <a:srgbClr val="181C24">
                  <a:alpha val="100000"/>
                </a:srgbClr>
              </a:solidFill>
              <a:latin typeface="Arial Nova" panose="020B0504020202020204" pitchFamily="34" charset="0"/>
            </a:endParaRPr>
          </a:p>
        </p:txBody>
      </p:sp>
      <p:pic>
        <p:nvPicPr>
          <p:cNvPr id="4" name="Picture 3"/>
          <p:cNvPicPr>
            <a:picLocks noChangeAspect="1"/>
          </p:cNvPicPr>
          <p:nvPr/>
        </p:nvPicPr>
        <p:blipFill>
          <a:blip r:embed="rId332"/>
          <a:stretch>
            <a:fillRect/>
          </a:stretch>
        </p:blipFill>
        <p:spPr>
          <a:xfrm>
            <a:off x="12090606" y="2982283"/>
            <a:ext cx="6125641" cy="5937985"/>
          </a:xfrm>
          <a:prstGeom prst="rect">
            <a:avLst/>
          </a:prstGeom>
        </p:spPr>
      </p:pic>
      <p:pic>
        <p:nvPicPr>
          <p:cNvPr id="5" name="Picture 4"/>
          <p:cNvPicPr>
            <a:picLocks noChangeAspect="1"/>
          </p:cNvPicPr>
          <p:nvPr/>
        </p:nvPicPr>
        <p:blipFill>
          <a:blip r:embed="rId333"/>
          <a:stretch>
            <a:fillRect/>
          </a:stretch>
        </p:blipFill>
        <p:spPr>
          <a:xfrm>
            <a:off x="130664" y="2479647"/>
            <a:ext cx="11977033" cy="6943259"/>
          </a:xfrm>
          <a:prstGeom prst="rect">
            <a:avLst/>
          </a:prstGeom>
        </p:spPr>
      </p:pic>
    </p:spTree>
    <p:extLst>
      <p:ext uri="{BB962C8B-B14F-4D97-AF65-F5344CB8AC3E}">
        <p14:creationId xmlns:p14="http://schemas.microsoft.com/office/powerpoint/2010/main" val="4118039003"/>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27709"/>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58091"/>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Rectangle 1"/>
          <p:cNvSpPr/>
          <p:nvPr/>
        </p:nvSpPr>
        <p:spPr>
          <a:xfrm>
            <a:off x="1148196" y="0"/>
            <a:ext cx="308674" cy="757900"/>
          </a:xfrm>
          <a:prstGeom prst="rect">
            <a:avLst/>
          </a:prstGeom>
        </p:spPr>
        <p:txBody>
          <a:bodyPr wrap="none">
            <a:spAutoFit/>
          </a:bodyPr>
          <a:lstStyle/>
          <a:p>
            <a:pPr>
              <a:lnSpc>
                <a:spcPts val="6156"/>
              </a:lnSpc>
            </a:pPr>
            <a:r>
              <a:rPr lang="en-US" spc="-108" dirty="0" smtClean="0">
                <a:solidFill>
                  <a:srgbClr val="181C24">
                    <a:alpha val="100000"/>
                  </a:srgbClr>
                </a:solidFill>
                <a:latin typeface="IBM Plex Serif SemiBold" panose="00000700000000000000" pitchFamily="2" charset="0"/>
              </a:rPr>
              <a:t> </a:t>
            </a:r>
            <a:endParaRPr lang="en-US" spc="-108" dirty="0">
              <a:solidFill>
                <a:srgbClr val="181C24">
                  <a:alpha val="100000"/>
                </a:srgbClr>
              </a:solidFill>
              <a:latin typeface="IBM Plex Serif SemiBold" panose="00000700000000000000" pitchFamily="2" charset="0"/>
            </a:endParaRPr>
          </a:p>
        </p:txBody>
      </p:sp>
      <p:sp>
        <p:nvSpPr>
          <p:cNvPr id="3" name="Rectangle 2"/>
          <p:cNvSpPr/>
          <p:nvPr/>
        </p:nvSpPr>
        <p:spPr>
          <a:xfrm>
            <a:off x="1148196" y="113879"/>
            <a:ext cx="4469237" cy="804451"/>
          </a:xfrm>
          <a:prstGeom prst="rect">
            <a:avLst/>
          </a:prstGeom>
        </p:spPr>
        <p:txBody>
          <a:bodyPr wrap="none">
            <a:spAutoFit/>
          </a:bodyPr>
          <a:lstStyle/>
          <a:p>
            <a:pPr>
              <a:lnSpc>
                <a:spcPts val="6156"/>
              </a:lnSpc>
            </a:pPr>
            <a:r>
              <a:rPr lang="en-US" sz="4000" spc="-108" dirty="0" smtClean="0">
                <a:solidFill>
                  <a:srgbClr val="FF0000"/>
                </a:solidFill>
                <a:latin typeface="Arial Nova" panose="020B0504020202020204" pitchFamily="34" charset="0"/>
              </a:rPr>
              <a:t>Login avec success:</a:t>
            </a:r>
            <a:endParaRPr lang="en-US" sz="4000" spc="-108" dirty="0">
              <a:solidFill>
                <a:srgbClr val="FF0000"/>
              </a:solidFill>
              <a:latin typeface="Arial Nova" panose="020B0504020202020204" pitchFamily="34" charset="0"/>
            </a:endParaRPr>
          </a:p>
        </p:txBody>
      </p:sp>
      <p:pic>
        <p:nvPicPr>
          <p:cNvPr id="4" name="Picture 3"/>
          <p:cNvPicPr>
            <a:picLocks noChangeAspect="1"/>
          </p:cNvPicPr>
          <p:nvPr/>
        </p:nvPicPr>
        <p:blipFill>
          <a:blip r:embed="rId332"/>
          <a:stretch>
            <a:fillRect/>
          </a:stretch>
        </p:blipFill>
        <p:spPr>
          <a:xfrm>
            <a:off x="0" y="1032209"/>
            <a:ext cx="17850220" cy="5139970"/>
          </a:xfrm>
          <a:prstGeom prst="rect">
            <a:avLst/>
          </a:prstGeom>
        </p:spPr>
      </p:pic>
      <p:pic>
        <p:nvPicPr>
          <p:cNvPr id="6" name="Picture 5"/>
          <p:cNvPicPr>
            <a:picLocks noChangeAspect="1"/>
          </p:cNvPicPr>
          <p:nvPr/>
        </p:nvPicPr>
        <p:blipFill>
          <a:blip r:embed="rId333"/>
          <a:stretch>
            <a:fillRect/>
          </a:stretch>
        </p:blipFill>
        <p:spPr>
          <a:xfrm>
            <a:off x="9692542" y="5120910"/>
            <a:ext cx="8103237" cy="5019329"/>
          </a:xfrm>
          <a:prstGeom prst="rect">
            <a:avLst/>
          </a:prstGeom>
        </p:spPr>
      </p:pic>
      <p:pic>
        <p:nvPicPr>
          <p:cNvPr id="7" name="Picture 6"/>
          <p:cNvPicPr>
            <a:picLocks noChangeAspect="1"/>
          </p:cNvPicPr>
          <p:nvPr/>
        </p:nvPicPr>
        <p:blipFill>
          <a:blip r:embed="rId334"/>
          <a:stretch>
            <a:fillRect/>
          </a:stretch>
        </p:blipFill>
        <p:spPr>
          <a:xfrm>
            <a:off x="112112" y="6347098"/>
            <a:ext cx="9468318" cy="3809664"/>
          </a:xfrm>
          <a:prstGeom prst="rect">
            <a:avLst/>
          </a:prstGeom>
        </p:spPr>
      </p:pic>
    </p:spTree>
    <p:extLst>
      <p:ext uri="{BB962C8B-B14F-4D97-AF65-F5344CB8AC3E}">
        <p14:creationId xmlns:p14="http://schemas.microsoft.com/office/powerpoint/2010/main" val="2685695470"/>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138546" y="0"/>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02672"/>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3" name="Rectangle 2"/>
          <p:cNvSpPr/>
          <p:nvPr/>
        </p:nvSpPr>
        <p:spPr>
          <a:xfrm>
            <a:off x="1148196" y="728132"/>
            <a:ext cx="3676840" cy="887422"/>
          </a:xfrm>
          <a:prstGeom prst="rect">
            <a:avLst/>
          </a:prstGeom>
        </p:spPr>
        <p:txBody>
          <a:bodyPr wrap="none">
            <a:spAutoFit/>
          </a:bodyPr>
          <a:lstStyle/>
          <a:p>
            <a:pPr>
              <a:lnSpc>
                <a:spcPts val="6156"/>
              </a:lnSpc>
            </a:pPr>
            <a:r>
              <a:rPr lang="en-US" sz="4000" spc="-108" dirty="0" smtClean="0">
                <a:solidFill>
                  <a:srgbClr val="FF0000"/>
                </a:solidFill>
                <a:latin typeface="Arial Nova" panose="020B0504020202020204" pitchFamily="34" charset="0"/>
              </a:rPr>
              <a:t>Retour au Login:</a:t>
            </a:r>
            <a:endParaRPr lang="en-US" sz="4000" spc="-108" dirty="0">
              <a:solidFill>
                <a:srgbClr val="181C24">
                  <a:alpha val="100000"/>
                </a:srgbClr>
              </a:solidFill>
              <a:latin typeface="Arial Nova" panose="020B0504020202020204" pitchFamily="34" charset="0"/>
            </a:endParaRPr>
          </a:p>
        </p:txBody>
      </p:sp>
      <p:pic>
        <p:nvPicPr>
          <p:cNvPr id="9" name="Picture 8"/>
          <p:cNvPicPr>
            <a:picLocks noChangeAspect="1"/>
          </p:cNvPicPr>
          <p:nvPr/>
        </p:nvPicPr>
        <p:blipFill>
          <a:blip r:embed="rId332"/>
          <a:stretch>
            <a:fillRect/>
          </a:stretch>
        </p:blipFill>
        <p:spPr>
          <a:xfrm>
            <a:off x="9721571" y="4799143"/>
            <a:ext cx="8012512" cy="1993633"/>
          </a:xfrm>
          <a:prstGeom prst="rect">
            <a:avLst/>
          </a:prstGeom>
        </p:spPr>
      </p:pic>
      <p:pic>
        <p:nvPicPr>
          <p:cNvPr id="4" name="Picture 3"/>
          <p:cNvPicPr>
            <a:picLocks noChangeAspect="1"/>
          </p:cNvPicPr>
          <p:nvPr/>
        </p:nvPicPr>
        <p:blipFill>
          <a:blip r:embed="rId333"/>
          <a:stretch>
            <a:fillRect/>
          </a:stretch>
        </p:blipFill>
        <p:spPr>
          <a:xfrm>
            <a:off x="11801701" y="1456441"/>
            <a:ext cx="4683707" cy="2426094"/>
          </a:xfrm>
          <a:prstGeom prst="rect">
            <a:avLst/>
          </a:prstGeom>
        </p:spPr>
      </p:pic>
      <p:pic>
        <p:nvPicPr>
          <p:cNvPr id="11" name="Picture 10"/>
          <p:cNvPicPr>
            <a:picLocks noChangeAspect="1"/>
          </p:cNvPicPr>
          <p:nvPr/>
        </p:nvPicPr>
        <p:blipFill>
          <a:blip r:embed="rId334"/>
          <a:stretch>
            <a:fillRect/>
          </a:stretch>
        </p:blipFill>
        <p:spPr>
          <a:xfrm>
            <a:off x="-138546" y="1794885"/>
            <a:ext cx="9384518" cy="8002151"/>
          </a:xfrm>
          <a:prstGeom prst="rect">
            <a:avLst/>
          </a:prstGeom>
        </p:spPr>
      </p:pic>
      <p:pic>
        <p:nvPicPr>
          <p:cNvPr id="5" name="Picture 4"/>
          <p:cNvPicPr>
            <a:picLocks noChangeAspect="1"/>
          </p:cNvPicPr>
          <p:nvPr/>
        </p:nvPicPr>
        <p:blipFill>
          <a:blip r:embed="rId335"/>
          <a:stretch>
            <a:fillRect/>
          </a:stretch>
        </p:blipFill>
        <p:spPr>
          <a:xfrm>
            <a:off x="9721571" y="8188547"/>
            <a:ext cx="8114331" cy="1522418"/>
          </a:xfrm>
          <a:prstGeom prst="rect">
            <a:avLst/>
          </a:prstGeom>
        </p:spPr>
      </p:pic>
    </p:spTree>
    <p:extLst>
      <p:ext uri="{BB962C8B-B14F-4D97-AF65-F5344CB8AC3E}">
        <p14:creationId xmlns:p14="http://schemas.microsoft.com/office/powerpoint/2010/main" val="1357007799"/>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49876"/>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02672"/>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3" name="Rectangle 2"/>
          <p:cNvSpPr/>
          <p:nvPr/>
        </p:nvSpPr>
        <p:spPr>
          <a:xfrm>
            <a:off x="1049481" y="25683"/>
            <a:ext cx="9588009" cy="887422"/>
          </a:xfrm>
          <a:prstGeom prst="rect">
            <a:avLst/>
          </a:prstGeom>
        </p:spPr>
        <p:txBody>
          <a:bodyPr wrap="none">
            <a:spAutoFit/>
          </a:bodyPr>
          <a:lstStyle/>
          <a:p>
            <a:pPr>
              <a:lnSpc>
                <a:spcPts val="6156"/>
              </a:lnSpc>
            </a:pPr>
            <a:r>
              <a:rPr lang="en-GB" sz="4000" dirty="0" err="1">
                <a:solidFill>
                  <a:srgbClr val="FF0000"/>
                </a:solidFill>
              </a:rPr>
              <a:t>Démonstration</a:t>
            </a:r>
            <a:r>
              <a:rPr lang="en-GB" sz="4000" dirty="0">
                <a:solidFill>
                  <a:srgbClr val="FF0000"/>
                </a:solidFill>
              </a:rPr>
              <a:t> </a:t>
            </a:r>
            <a:r>
              <a:rPr lang="en-GB" sz="4000" dirty="0" smtClean="0">
                <a:solidFill>
                  <a:srgbClr val="FF0000"/>
                </a:solidFill>
              </a:rPr>
              <a:t>Livre (Navigation des </a:t>
            </a:r>
            <a:r>
              <a:rPr lang="en-GB" sz="4000" dirty="0" err="1" smtClean="0">
                <a:solidFill>
                  <a:srgbClr val="FF0000"/>
                </a:solidFill>
              </a:rPr>
              <a:t>entités</a:t>
            </a:r>
            <a:r>
              <a:rPr lang="en-GB" sz="4000" dirty="0" smtClean="0">
                <a:solidFill>
                  <a:srgbClr val="FF0000"/>
                </a:solidFill>
              </a:rPr>
              <a:t>):</a:t>
            </a:r>
            <a:endParaRPr lang="en-US" sz="4000" spc="-108" dirty="0">
              <a:solidFill>
                <a:srgbClr val="FF0000"/>
              </a:solidFill>
              <a:latin typeface="Arial Nova" panose="020B0504020202020204" pitchFamily="34" charset="0"/>
            </a:endParaRPr>
          </a:p>
        </p:txBody>
      </p:sp>
      <p:pic>
        <p:nvPicPr>
          <p:cNvPr id="4" name="Picture 3"/>
          <p:cNvPicPr>
            <a:picLocks noChangeAspect="1"/>
          </p:cNvPicPr>
          <p:nvPr/>
        </p:nvPicPr>
        <p:blipFill>
          <a:blip r:embed="rId332"/>
          <a:stretch>
            <a:fillRect/>
          </a:stretch>
        </p:blipFill>
        <p:spPr>
          <a:xfrm>
            <a:off x="300702" y="936542"/>
            <a:ext cx="14616427" cy="3124471"/>
          </a:xfrm>
          <a:prstGeom prst="rect">
            <a:avLst/>
          </a:prstGeom>
        </p:spPr>
      </p:pic>
      <p:pic>
        <p:nvPicPr>
          <p:cNvPr id="9" name="Picture 8"/>
          <p:cNvPicPr>
            <a:picLocks noChangeAspect="1"/>
          </p:cNvPicPr>
          <p:nvPr/>
        </p:nvPicPr>
        <p:blipFill>
          <a:blip r:embed="rId333"/>
          <a:stretch>
            <a:fillRect/>
          </a:stretch>
        </p:blipFill>
        <p:spPr>
          <a:xfrm>
            <a:off x="443184" y="4394883"/>
            <a:ext cx="12967372" cy="3802328"/>
          </a:xfrm>
          <a:prstGeom prst="rect">
            <a:avLst/>
          </a:prstGeom>
        </p:spPr>
      </p:pic>
    </p:spTree>
    <p:extLst>
      <p:ext uri="{BB962C8B-B14F-4D97-AF65-F5344CB8AC3E}">
        <p14:creationId xmlns:p14="http://schemas.microsoft.com/office/powerpoint/2010/main" val="2476650292"/>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1040476"/>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1166552"/>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3" name="Rectangle 2"/>
          <p:cNvSpPr/>
          <p:nvPr/>
        </p:nvSpPr>
        <p:spPr>
          <a:xfrm>
            <a:off x="1049481" y="25683"/>
            <a:ext cx="9841284" cy="887422"/>
          </a:xfrm>
          <a:prstGeom prst="rect">
            <a:avLst/>
          </a:prstGeom>
        </p:spPr>
        <p:txBody>
          <a:bodyPr wrap="none">
            <a:spAutoFit/>
          </a:bodyPr>
          <a:lstStyle/>
          <a:p>
            <a:pPr>
              <a:lnSpc>
                <a:spcPts val="6156"/>
              </a:lnSpc>
            </a:pPr>
            <a:r>
              <a:rPr lang="en-GB" sz="4000" dirty="0" err="1">
                <a:solidFill>
                  <a:srgbClr val="FF0000"/>
                </a:solidFill>
              </a:rPr>
              <a:t>Démonstration</a:t>
            </a:r>
            <a:r>
              <a:rPr lang="en-GB" sz="4000" dirty="0">
                <a:solidFill>
                  <a:srgbClr val="FF0000"/>
                </a:solidFill>
              </a:rPr>
              <a:t> </a:t>
            </a:r>
            <a:r>
              <a:rPr lang="en-GB" sz="4000" dirty="0" smtClean="0">
                <a:solidFill>
                  <a:srgbClr val="FF0000"/>
                </a:solidFill>
              </a:rPr>
              <a:t>Livre </a:t>
            </a:r>
            <a:r>
              <a:rPr lang="en-GB" sz="4000" dirty="0">
                <a:solidFill>
                  <a:srgbClr val="FF0000"/>
                </a:solidFill>
              </a:rPr>
              <a:t>(Navigation des </a:t>
            </a:r>
            <a:r>
              <a:rPr lang="en-GB" sz="4000" dirty="0" err="1">
                <a:solidFill>
                  <a:srgbClr val="FF0000"/>
                </a:solidFill>
              </a:rPr>
              <a:t>entités</a:t>
            </a:r>
            <a:r>
              <a:rPr lang="en-GB" sz="4000" dirty="0" smtClean="0">
                <a:solidFill>
                  <a:srgbClr val="FF0000"/>
                </a:solidFill>
              </a:rPr>
              <a:t>):</a:t>
            </a:r>
            <a:endParaRPr lang="en-US" sz="4000" spc="-108" dirty="0">
              <a:solidFill>
                <a:srgbClr val="FF0000"/>
              </a:solidFill>
              <a:latin typeface="Arial Nova" panose="020B0504020202020204" pitchFamily="34" charset="0"/>
            </a:endParaRPr>
          </a:p>
        </p:txBody>
      </p:sp>
      <p:pic>
        <p:nvPicPr>
          <p:cNvPr id="8" name="Picture 7"/>
          <p:cNvPicPr>
            <a:picLocks noChangeAspect="1"/>
          </p:cNvPicPr>
          <p:nvPr/>
        </p:nvPicPr>
        <p:blipFill>
          <a:blip r:embed="rId332"/>
          <a:stretch>
            <a:fillRect/>
          </a:stretch>
        </p:blipFill>
        <p:spPr>
          <a:xfrm>
            <a:off x="307845" y="1253408"/>
            <a:ext cx="11567823" cy="6228828"/>
          </a:xfrm>
          <a:prstGeom prst="rect">
            <a:avLst/>
          </a:prstGeom>
        </p:spPr>
      </p:pic>
      <p:sp>
        <p:nvSpPr>
          <p:cNvPr id="10" name="TextBox 9"/>
          <p:cNvSpPr txBox="1"/>
          <p:nvPr/>
        </p:nvSpPr>
        <p:spPr>
          <a:xfrm>
            <a:off x="12529184" y="1790094"/>
            <a:ext cx="5591175" cy="6001643"/>
          </a:xfrm>
          <a:prstGeom prst="rect">
            <a:avLst/>
          </a:prstGeom>
          <a:noFill/>
        </p:spPr>
        <p:txBody>
          <a:bodyPr wrap="square" rtlCol="0">
            <a:spAutoFit/>
          </a:bodyPr>
          <a:lstStyle/>
          <a:p>
            <a:r>
              <a:rPr lang="en-GB" sz="3200" b="1" dirty="0" err="1" smtClean="0"/>
              <a:t>afficherEntite</a:t>
            </a:r>
            <a:r>
              <a:rPr lang="en-GB" sz="3200" b="1" dirty="0" smtClean="0"/>
              <a:t>(</a:t>
            </a:r>
            <a:r>
              <a:rPr lang="en-GB" sz="3200" b="1" dirty="0" err="1" smtClean="0"/>
              <a:t>nomEntite</a:t>
            </a:r>
            <a:r>
              <a:rPr lang="en-GB" sz="3200" b="1" dirty="0" smtClean="0"/>
              <a:t>){…}</a:t>
            </a:r>
          </a:p>
          <a:p>
            <a:endParaRPr lang="en-GB" sz="3200" b="1" dirty="0" smtClean="0"/>
          </a:p>
          <a:p>
            <a:r>
              <a:rPr lang="en-GB" sz="3200" dirty="0" err="1" smtClean="0"/>
              <a:t>C’est</a:t>
            </a:r>
            <a:r>
              <a:rPr lang="en-GB" sz="3200" dirty="0" smtClean="0"/>
              <a:t> la function qui </a:t>
            </a:r>
            <a:r>
              <a:rPr lang="en-GB" sz="3200" dirty="0" err="1" smtClean="0"/>
              <a:t>s’occupe</a:t>
            </a:r>
            <a:r>
              <a:rPr lang="en-GB" sz="3200" dirty="0" smtClean="0"/>
              <a:t> de </a:t>
            </a:r>
            <a:r>
              <a:rPr lang="en-GB" sz="3200" dirty="0" err="1" smtClean="0"/>
              <a:t>l’affichage</a:t>
            </a:r>
            <a:r>
              <a:rPr lang="en-GB" sz="3200" dirty="0" smtClean="0"/>
              <a:t> de </a:t>
            </a:r>
            <a:r>
              <a:rPr lang="en-GB" sz="3200" dirty="0" err="1" smtClean="0"/>
              <a:t>l’entite</a:t>
            </a:r>
            <a:r>
              <a:rPr lang="en-GB" sz="3200" dirty="0" smtClean="0"/>
              <a:t> </a:t>
            </a:r>
            <a:r>
              <a:rPr lang="en-GB" sz="3200" dirty="0" err="1" smtClean="0"/>
              <a:t>choisie</a:t>
            </a:r>
            <a:r>
              <a:rPr lang="en-GB" sz="3200" dirty="0" smtClean="0"/>
              <a:t> par </a:t>
            </a:r>
            <a:r>
              <a:rPr lang="en-GB" sz="3200" dirty="0" err="1" smtClean="0"/>
              <a:t>l’utilisateur</a:t>
            </a:r>
            <a:r>
              <a:rPr lang="en-GB" sz="3200" dirty="0" smtClean="0"/>
              <a:t> avec </a:t>
            </a:r>
            <a:r>
              <a:rPr lang="en-GB" sz="3200" b="1" i="1" u="sng" dirty="0" err="1" smtClean="0"/>
              <a:t>style.display</a:t>
            </a:r>
            <a:r>
              <a:rPr lang="en-GB" sz="3200" b="1" i="1" u="sng" dirty="0"/>
              <a:t>=‘</a:t>
            </a:r>
            <a:r>
              <a:rPr lang="en-GB" sz="3200" b="1" i="1" u="sng" dirty="0" smtClean="0"/>
              <a:t>block’</a:t>
            </a:r>
          </a:p>
          <a:p>
            <a:endParaRPr lang="en-GB" sz="3200" b="1" i="1" u="sng" dirty="0" smtClean="0"/>
          </a:p>
          <a:p>
            <a:r>
              <a:rPr lang="en-GB" sz="3200" dirty="0" err="1" smtClean="0"/>
              <a:t>Cacher</a:t>
            </a:r>
            <a:r>
              <a:rPr lang="en-GB" sz="3200" dirty="0" smtClean="0"/>
              <a:t> </a:t>
            </a:r>
            <a:r>
              <a:rPr lang="en-GB" sz="3200" dirty="0" err="1" smtClean="0"/>
              <a:t>automatiquement</a:t>
            </a:r>
            <a:r>
              <a:rPr lang="en-GB" sz="3200" dirty="0" smtClean="0"/>
              <a:t> </a:t>
            </a:r>
            <a:r>
              <a:rPr lang="en-GB" sz="3200" dirty="0" err="1" smtClean="0"/>
              <a:t>toutes</a:t>
            </a:r>
            <a:r>
              <a:rPr lang="en-GB" sz="3200" dirty="0" smtClean="0"/>
              <a:t> les </a:t>
            </a:r>
            <a:r>
              <a:rPr lang="en-GB" sz="3200" dirty="0" err="1" smtClean="0"/>
              <a:t>autres</a:t>
            </a:r>
            <a:r>
              <a:rPr lang="en-GB" sz="3200" dirty="0" smtClean="0"/>
              <a:t> </a:t>
            </a:r>
            <a:r>
              <a:rPr lang="en-GB" sz="3200" dirty="0" err="1" smtClean="0"/>
              <a:t>entités</a:t>
            </a:r>
            <a:r>
              <a:rPr lang="en-GB" sz="3200" dirty="0" smtClean="0"/>
              <a:t> avec  </a:t>
            </a:r>
            <a:r>
              <a:rPr lang="en-GB" sz="3200" b="1" i="1" u="sng" dirty="0" err="1"/>
              <a:t>style.display</a:t>
            </a:r>
            <a:r>
              <a:rPr lang="en-GB" sz="3200" b="1" i="1" u="sng" dirty="0" smtClean="0"/>
              <a:t>=‘none’ </a:t>
            </a:r>
          </a:p>
          <a:p>
            <a:endParaRPr lang="en-GB" sz="3200" dirty="0" smtClean="0"/>
          </a:p>
          <a:p>
            <a:endParaRPr lang="en-GB" sz="3200" b="1" dirty="0"/>
          </a:p>
        </p:txBody>
      </p:sp>
    </p:spTree>
    <p:extLst>
      <p:ext uri="{BB962C8B-B14F-4D97-AF65-F5344CB8AC3E}">
        <p14:creationId xmlns:p14="http://schemas.microsoft.com/office/powerpoint/2010/main" val="3352296658"/>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27709"/>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96637" y="685800"/>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3" name="Rectangle 2"/>
          <p:cNvSpPr/>
          <p:nvPr/>
        </p:nvSpPr>
        <p:spPr>
          <a:xfrm>
            <a:off x="858636" y="331519"/>
            <a:ext cx="8920775" cy="887422"/>
          </a:xfrm>
          <a:prstGeom prst="rect">
            <a:avLst/>
          </a:prstGeom>
        </p:spPr>
        <p:txBody>
          <a:bodyPr wrap="none">
            <a:spAutoFit/>
          </a:bodyPr>
          <a:lstStyle/>
          <a:p>
            <a:pPr>
              <a:lnSpc>
                <a:spcPts val="6156"/>
              </a:lnSpc>
            </a:pPr>
            <a:r>
              <a:rPr lang="en-GB" sz="4000" dirty="0" err="1">
                <a:solidFill>
                  <a:srgbClr val="FF0000"/>
                </a:solidFill>
              </a:rPr>
              <a:t>Démonstration</a:t>
            </a:r>
            <a:r>
              <a:rPr lang="en-GB" sz="4000" dirty="0">
                <a:solidFill>
                  <a:srgbClr val="FF0000"/>
                </a:solidFill>
              </a:rPr>
              <a:t> </a:t>
            </a:r>
            <a:r>
              <a:rPr lang="en-GB" sz="4000" dirty="0" smtClean="0">
                <a:solidFill>
                  <a:srgbClr val="FF0000"/>
                </a:solidFill>
              </a:rPr>
              <a:t>Livre (</a:t>
            </a:r>
            <a:r>
              <a:rPr lang="en-GB" sz="4000" dirty="0" err="1" smtClean="0">
                <a:solidFill>
                  <a:srgbClr val="FF0000"/>
                </a:solidFill>
              </a:rPr>
              <a:t>Formulaire</a:t>
            </a:r>
            <a:r>
              <a:rPr lang="en-GB" sz="4000" dirty="0" smtClean="0">
                <a:solidFill>
                  <a:srgbClr val="FF0000"/>
                </a:solidFill>
              </a:rPr>
              <a:t> </a:t>
            </a:r>
            <a:r>
              <a:rPr lang="en-GB" sz="4000" dirty="0" err="1" smtClean="0">
                <a:solidFill>
                  <a:srgbClr val="FF0000"/>
                </a:solidFill>
              </a:rPr>
              <a:t>d’ajout</a:t>
            </a:r>
            <a:r>
              <a:rPr lang="en-GB" sz="4000" dirty="0" smtClean="0">
                <a:solidFill>
                  <a:srgbClr val="FF0000"/>
                </a:solidFill>
              </a:rPr>
              <a:t>) :</a:t>
            </a:r>
            <a:endParaRPr lang="en-US" sz="4000" spc="-108" dirty="0">
              <a:solidFill>
                <a:srgbClr val="FF0000"/>
              </a:solidFill>
              <a:latin typeface="Arial Nova" panose="020B0504020202020204" pitchFamily="34" charset="0"/>
            </a:endParaRPr>
          </a:p>
        </p:txBody>
      </p:sp>
      <p:pic>
        <p:nvPicPr>
          <p:cNvPr id="9" name="Picture 8"/>
          <p:cNvPicPr>
            <a:picLocks noChangeAspect="1"/>
          </p:cNvPicPr>
          <p:nvPr/>
        </p:nvPicPr>
        <p:blipFill rotWithShape="1">
          <a:blip r:embed="rId332"/>
          <a:srcRect r="291" b="20373"/>
          <a:stretch/>
        </p:blipFill>
        <p:spPr>
          <a:xfrm>
            <a:off x="266700" y="3270848"/>
            <a:ext cx="12096750" cy="4229471"/>
          </a:xfrm>
          <a:prstGeom prst="rect">
            <a:avLst/>
          </a:prstGeom>
        </p:spPr>
      </p:pic>
      <p:pic>
        <p:nvPicPr>
          <p:cNvPr id="2" name="Picture 1"/>
          <p:cNvPicPr>
            <a:picLocks noChangeAspect="1"/>
          </p:cNvPicPr>
          <p:nvPr/>
        </p:nvPicPr>
        <p:blipFill>
          <a:blip r:embed="rId333"/>
          <a:stretch>
            <a:fillRect/>
          </a:stretch>
        </p:blipFill>
        <p:spPr>
          <a:xfrm>
            <a:off x="9144000" y="2569489"/>
            <a:ext cx="9175858" cy="5437545"/>
          </a:xfrm>
          <a:prstGeom prst="rect">
            <a:avLst/>
          </a:prstGeom>
        </p:spPr>
      </p:pic>
    </p:spTree>
    <p:extLst>
      <p:ext uri="{BB962C8B-B14F-4D97-AF65-F5344CB8AC3E}">
        <p14:creationId xmlns:p14="http://schemas.microsoft.com/office/powerpoint/2010/main" val="3405368474"/>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125537"/>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574963"/>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Rectangle 1"/>
          <p:cNvSpPr/>
          <p:nvPr/>
        </p:nvSpPr>
        <p:spPr>
          <a:xfrm>
            <a:off x="1148196" y="0"/>
            <a:ext cx="308674" cy="757900"/>
          </a:xfrm>
          <a:prstGeom prst="rect">
            <a:avLst/>
          </a:prstGeom>
        </p:spPr>
        <p:txBody>
          <a:bodyPr wrap="none">
            <a:spAutoFit/>
          </a:bodyPr>
          <a:lstStyle/>
          <a:p>
            <a:pPr>
              <a:lnSpc>
                <a:spcPts val="6156"/>
              </a:lnSpc>
            </a:pPr>
            <a:r>
              <a:rPr lang="en-US" spc="-108" dirty="0" smtClean="0">
                <a:solidFill>
                  <a:srgbClr val="181C24">
                    <a:alpha val="100000"/>
                  </a:srgbClr>
                </a:solidFill>
                <a:latin typeface="IBM Plex Serif SemiBold" panose="00000700000000000000" pitchFamily="2" charset="0"/>
              </a:rPr>
              <a:t> </a:t>
            </a:r>
            <a:endParaRPr lang="en-US" spc="-108" dirty="0">
              <a:solidFill>
                <a:srgbClr val="181C24">
                  <a:alpha val="100000"/>
                </a:srgbClr>
              </a:solidFill>
              <a:latin typeface="IBM Plex Serif SemiBold" panose="00000700000000000000" pitchFamily="2" charset="0"/>
            </a:endParaRPr>
          </a:p>
        </p:txBody>
      </p:sp>
      <p:sp>
        <p:nvSpPr>
          <p:cNvPr id="11" name="Rectangle 10"/>
          <p:cNvSpPr/>
          <p:nvPr/>
        </p:nvSpPr>
        <p:spPr>
          <a:xfrm>
            <a:off x="658776" y="587259"/>
            <a:ext cx="8920775" cy="887422"/>
          </a:xfrm>
          <a:prstGeom prst="rect">
            <a:avLst/>
          </a:prstGeom>
        </p:spPr>
        <p:txBody>
          <a:bodyPr wrap="none">
            <a:spAutoFit/>
          </a:bodyPr>
          <a:lstStyle/>
          <a:p>
            <a:pPr>
              <a:lnSpc>
                <a:spcPts val="6156"/>
              </a:lnSpc>
            </a:pPr>
            <a:r>
              <a:rPr lang="en-GB" sz="4000" dirty="0" err="1">
                <a:solidFill>
                  <a:srgbClr val="FF0000"/>
                </a:solidFill>
              </a:rPr>
              <a:t>Démonstration</a:t>
            </a:r>
            <a:r>
              <a:rPr lang="en-GB" sz="4000" dirty="0">
                <a:solidFill>
                  <a:srgbClr val="FF0000"/>
                </a:solidFill>
              </a:rPr>
              <a:t> </a:t>
            </a:r>
            <a:r>
              <a:rPr lang="en-GB" sz="4000" dirty="0" smtClean="0">
                <a:solidFill>
                  <a:srgbClr val="FF0000"/>
                </a:solidFill>
              </a:rPr>
              <a:t>Livre (</a:t>
            </a:r>
            <a:r>
              <a:rPr lang="en-GB" sz="4000" dirty="0" err="1" smtClean="0">
                <a:solidFill>
                  <a:srgbClr val="FF0000"/>
                </a:solidFill>
              </a:rPr>
              <a:t>Formulaire</a:t>
            </a:r>
            <a:r>
              <a:rPr lang="en-GB" sz="4000" dirty="0" smtClean="0">
                <a:solidFill>
                  <a:srgbClr val="FF0000"/>
                </a:solidFill>
              </a:rPr>
              <a:t> </a:t>
            </a:r>
            <a:r>
              <a:rPr lang="en-GB" sz="4000" dirty="0" err="1" smtClean="0">
                <a:solidFill>
                  <a:srgbClr val="FF0000"/>
                </a:solidFill>
              </a:rPr>
              <a:t>d’ajout</a:t>
            </a:r>
            <a:r>
              <a:rPr lang="en-GB" sz="4000" dirty="0" smtClean="0">
                <a:solidFill>
                  <a:srgbClr val="FF0000"/>
                </a:solidFill>
              </a:rPr>
              <a:t>) :</a:t>
            </a:r>
            <a:endParaRPr lang="en-US" sz="4000" spc="-108" dirty="0">
              <a:solidFill>
                <a:srgbClr val="FF0000"/>
              </a:solidFill>
              <a:latin typeface="Arial Nova" panose="020B0504020202020204" pitchFamily="34" charset="0"/>
            </a:endParaRPr>
          </a:p>
        </p:txBody>
      </p:sp>
      <p:pic>
        <p:nvPicPr>
          <p:cNvPr id="4" name="Picture 3"/>
          <p:cNvPicPr>
            <a:picLocks noChangeAspect="1"/>
          </p:cNvPicPr>
          <p:nvPr/>
        </p:nvPicPr>
        <p:blipFill>
          <a:blip r:embed="rId332"/>
          <a:stretch>
            <a:fillRect/>
          </a:stretch>
        </p:blipFill>
        <p:spPr>
          <a:xfrm>
            <a:off x="8997267" y="1722121"/>
            <a:ext cx="8876273" cy="4175634"/>
          </a:xfrm>
          <a:prstGeom prst="rect">
            <a:avLst/>
          </a:prstGeom>
        </p:spPr>
      </p:pic>
      <p:pic>
        <p:nvPicPr>
          <p:cNvPr id="5" name="Picture 4"/>
          <p:cNvPicPr>
            <a:picLocks noChangeAspect="1"/>
          </p:cNvPicPr>
          <p:nvPr/>
        </p:nvPicPr>
        <p:blipFill>
          <a:blip r:embed="rId333"/>
          <a:stretch>
            <a:fillRect/>
          </a:stretch>
        </p:blipFill>
        <p:spPr>
          <a:xfrm>
            <a:off x="9005454" y="6249323"/>
            <a:ext cx="9081250" cy="3912140"/>
          </a:xfrm>
          <a:prstGeom prst="rect">
            <a:avLst/>
          </a:prstGeom>
        </p:spPr>
      </p:pic>
      <p:pic>
        <p:nvPicPr>
          <p:cNvPr id="6" name="Picture 5"/>
          <p:cNvPicPr>
            <a:picLocks noChangeAspect="1"/>
          </p:cNvPicPr>
          <p:nvPr/>
        </p:nvPicPr>
        <p:blipFill>
          <a:blip r:embed="rId334"/>
          <a:stretch>
            <a:fillRect/>
          </a:stretch>
        </p:blipFill>
        <p:spPr>
          <a:xfrm>
            <a:off x="699570" y="2835126"/>
            <a:ext cx="4509592" cy="1809770"/>
          </a:xfrm>
          <a:prstGeom prst="rect">
            <a:avLst/>
          </a:prstGeom>
        </p:spPr>
      </p:pic>
      <p:pic>
        <p:nvPicPr>
          <p:cNvPr id="7" name="Picture 6"/>
          <p:cNvPicPr>
            <a:picLocks noChangeAspect="1"/>
          </p:cNvPicPr>
          <p:nvPr/>
        </p:nvPicPr>
        <p:blipFill>
          <a:blip r:embed="rId335"/>
          <a:stretch>
            <a:fillRect/>
          </a:stretch>
        </p:blipFill>
        <p:spPr>
          <a:xfrm>
            <a:off x="1991422" y="6960172"/>
            <a:ext cx="3217740" cy="2249296"/>
          </a:xfrm>
          <a:prstGeom prst="rect">
            <a:avLst/>
          </a:prstGeom>
        </p:spPr>
      </p:pic>
      <p:cxnSp>
        <p:nvCxnSpPr>
          <p:cNvPr id="12" name="Straight Arrow Connector 11"/>
          <p:cNvCxnSpPr/>
          <p:nvPr/>
        </p:nvCxnSpPr>
        <p:spPr>
          <a:xfrm flipV="1">
            <a:off x="5119163" y="8077200"/>
            <a:ext cx="3684995" cy="152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5197057" y="3740011"/>
            <a:ext cx="3684995" cy="152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798400"/>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110837"/>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574963"/>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Rectangle 1"/>
          <p:cNvSpPr/>
          <p:nvPr/>
        </p:nvSpPr>
        <p:spPr>
          <a:xfrm>
            <a:off x="1148196" y="0"/>
            <a:ext cx="308674" cy="757900"/>
          </a:xfrm>
          <a:prstGeom prst="rect">
            <a:avLst/>
          </a:prstGeom>
        </p:spPr>
        <p:txBody>
          <a:bodyPr wrap="none">
            <a:spAutoFit/>
          </a:bodyPr>
          <a:lstStyle/>
          <a:p>
            <a:pPr>
              <a:lnSpc>
                <a:spcPts val="6156"/>
              </a:lnSpc>
            </a:pPr>
            <a:r>
              <a:rPr lang="en-US" spc="-108" dirty="0" smtClean="0">
                <a:solidFill>
                  <a:srgbClr val="181C24">
                    <a:alpha val="100000"/>
                  </a:srgbClr>
                </a:solidFill>
                <a:latin typeface="IBM Plex Serif SemiBold" panose="00000700000000000000" pitchFamily="2" charset="0"/>
              </a:rPr>
              <a:t> </a:t>
            </a:r>
            <a:endParaRPr lang="en-US" spc="-108" dirty="0">
              <a:solidFill>
                <a:srgbClr val="181C24">
                  <a:alpha val="100000"/>
                </a:srgbClr>
              </a:solidFill>
              <a:latin typeface="IBM Plex Serif SemiBold" panose="00000700000000000000" pitchFamily="2" charset="0"/>
            </a:endParaRPr>
          </a:p>
        </p:txBody>
      </p:sp>
      <p:sp>
        <p:nvSpPr>
          <p:cNvPr id="11" name="Rectangle 10"/>
          <p:cNvSpPr/>
          <p:nvPr/>
        </p:nvSpPr>
        <p:spPr>
          <a:xfrm>
            <a:off x="658776" y="587259"/>
            <a:ext cx="8920775" cy="887422"/>
          </a:xfrm>
          <a:prstGeom prst="rect">
            <a:avLst/>
          </a:prstGeom>
        </p:spPr>
        <p:txBody>
          <a:bodyPr wrap="none">
            <a:spAutoFit/>
          </a:bodyPr>
          <a:lstStyle/>
          <a:p>
            <a:pPr>
              <a:lnSpc>
                <a:spcPts val="6156"/>
              </a:lnSpc>
            </a:pPr>
            <a:r>
              <a:rPr lang="en-GB" sz="4000" dirty="0" err="1">
                <a:solidFill>
                  <a:srgbClr val="FF0000"/>
                </a:solidFill>
              </a:rPr>
              <a:t>Démonstration</a:t>
            </a:r>
            <a:r>
              <a:rPr lang="en-GB" sz="4000" dirty="0">
                <a:solidFill>
                  <a:srgbClr val="FF0000"/>
                </a:solidFill>
              </a:rPr>
              <a:t> </a:t>
            </a:r>
            <a:r>
              <a:rPr lang="en-GB" sz="4000" dirty="0" smtClean="0">
                <a:solidFill>
                  <a:srgbClr val="FF0000"/>
                </a:solidFill>
              </a:rPr>
              <a:t>Livre (</a:t>
            </a:r>
            <a:r>
              <a:rPr lang="en-GB" sz="4000" dirty="0" err="1" smtClean="0">
                <a:solidFill>
                  <a:srgbClr val="FF0000"/>
                </a:solidFill>
              </a:rPr>
              <a:t>Formulaire</a:t>
            </a:r>
            <a:r>
              <a:rPr lang="en-GB" sz="4000" dirty="0" smtClean="0">
                <a:solidFill>
                  <a:srgbClr val="FF0000"/>
                </a:solidFill>
              </a:rPr>
              <a:t> </a:t>
            </a:r>
            <a:r>
              <a:rPr lang="en-GB" sz="4000" dirty="0" err="1" smtClean="0">
                <a:solidFill>
                  <a:srgbClr val="FF0000"/>
                </a:solidFill>
              </a:rPr>
              <a:t>d’ajout</a:t>
            </a:r>
            <a:r>
              <a:rPr lang="en-GB" sz="4000" dirty="0" smtClean="0">
                <a:solidFill>
                  <a:srgbClr val="FF0000"/>
                </a:solidFill>
              </a:rPr>
              <a:t>) :</a:t>
            </a:r>
            <a:endParaRPr lang="en-US" sz="4000" spc="-108" dirty="0">
              <a:solidFill>
                <a:srgbClr val="FF0000"/>
              </a:solidFill>
              <a:latin typeface="Arial Nova" panose="020B0504020202020204" pitchFamily="34" charset="0"/>
            </a:endParaRPr>
          </a:p>
        </p:txBody>
      </p:sp>
      <p:cxnSp>
        <p:nvCxnSpPr>
          <p:cNvPr id="17" name="Straight Arrow Connector 16"/>
          <p:cNvCxnSpPr/>
          <p:nvPr/>
        </p:nvCxnSpPr>
        <p:spPr>
          <a:xfrm flipV="1">
            <a:off x="4888257" y="3071148"/>
            <a:ext cx="3684995" cy="152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32"/>
          <a:stretch>
            <a:fillRect/>
          </a:stretch>
        </p:blipFill>
        <p:spPr>
          <a:xfrm>
            <a:off x="919437" y="2061940"/>
            <a:ext cx="3956492" cy="2048896"/>
          </a:xfrm>
          <a:prstGeom prst="rect">
            <a:avLst/>
          </a:prstGeom>
        </p:spPr>
      </p:pic>
      <p:pic>
        <p:nvPicPr>
          <p:cNvPr id="8" name="Picture 7"/>
          <p:cNvPicPr>
            <a:picLocks noChangeAspect="1"/>
          </p:cNvPicPr>
          <p:nvPr/>
        </p:nvPicPr>
        <p:blipFill>
          <a:blip r:embed="rId333"/>
          <a:stretch>
            <a:fillRect/>
          </a:stretch>
        </p:blipFill>
        <p:spPr>
          <a:xfrm>
            <a:off x="9448800" y="121278"/>
            <a:ext cx="8546315" cy="7636397"/>
          </a:xfrm>
          <a:prstGeom prst="rect">
            <a:avLst/>
          </a:prstGeom>
        </p:spPr>
      </p:pic>
      <p:pic>
        <p:nvPicPr>
          <p:cNvPr id="9" name="Picture 8"/>
          <p:cNvPicPr>
            <a:picLocks noChangeAspect="1"/>
          </p:cNvPicPr>
          <p:nvPr/>
        </p:nvPicPr>
        <p:blipFill>
          <a:blip r:embed="rId334"/>
          <a:stretch>
            <a:fillRect/>
          </a:stretch>
        </p:blipFill>
        <p:spPr>
          <a:xfrm>
            <a:off x="919437" y="7539000"/>
            <a:ext cx="8246317" cy="2514674"/>
          </a:xfrm>
          <a:prstGeom prst="rect">
            <a:avLst/>
          </a:prstGeom>
        </p:spPr>
      </p:pic>
    </p:spTree>
    <p:extLst>
      <p:ext uri="{BB962C8B-B14F-4D97-AF65-F5344CB8AC3E}">
        <p14:creationId xmlns:p14="http://schemas.microsoft.com/office/powerpoint/2010/main" val="3894652257"/>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138546" y="0"/>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574963"/>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3" name="Rectangle 2"/>
          <p:cNvSpPr/>
          <p:nvPr/>
        </p:nvSpPr>
        <p:spPr>
          <a:xfrm>
            <a:off x="1148196" y="755841"/>
            <a:ext cx="5694572" cy="887422"/>
          </a:xfrm>
          <a:prstGeom prst="rect">
            <a:avLst/>
          </a:prstGeom>
        </p:spPr>
        <p:txBody>
          <a:bodyPr wrap="none">
            <a:spAutoFit/>
          </a:bodyPr>
          <a:lstStyle/>
          <a:p>
            <a:pPr>
              <a:lnSpc>
                <a:spcPts val="6156"/>
              </a:lnSpc>
            </a:pPr>
            <a:r>
              <a:rPr lang="en-US" sz="4000" spc="-108" dirty="0" err="1" smtClean="0">
                <a:solidFill>
                  <a:srgbClr val="FF0000"/>
                </a:solidFill>
                <a:latin typeface="Arial Nova" panose="020B0504020202020204" pitchFamily="34" charset="0"/>
              </a:rPr>
              <a:t>Exemple</a:t>
            </a:r>
            <a:r>
              <a:rPr lang="en-US" sz="4000" spc="-108" dirty="0" smtClean="0">
                <a:solidFill>
                  <a:srgbClr val="FF0000"/>
                </a:solidFill>
                <a:latin typeface="Arial Nova" panose="020B0504020202020204" pitchFamily="34" charset="0"/>
              </a:rPr>
              <a:t> </a:t>
            </a:r>
            <a:r>
              <a:rPr lang="en-US" sz="4000" spc="-108" dirty="0" err="1" smtClean="0">
                <a:solidFill>
                  <a:srgbClr val="FF0000"/>
                </a:solidFill>
                <a:latin typeface="Arial Nova" panose="020B0504020202020204" pitchFamily="34" charset="0"/>
              </a:rPr>
              <a:t>d’ajout</a:t>
            </a:r>
            <a:r>
              <a:rPr lang="en-US" sz="4000" spc="-108" dirty="0">
                <a:solidFill>
                  <a:srgbClr val="FF0000"/>
                </a:solidFill>
                <a:latin typeface="Arial Nova" panose="020B0504020202020204" pitchFamily="34" charset="0"/>
              </a:rPr>
              <a:t> </a:t>
            </a:r>
            <a:r>
              <a:rPr lang="en-US" sz="4000" spc="-108" dirty="0" smtClean="0">
                <a:solidFill>
                  <a:srgbClr val="FF0000"/>
                </a:solidFill>
                <a:latin typeface="Arial Nova" panose="020B0504020202020204" pitchFamily="34" charset="0"/>
              </a:rPr>
              <a:t>d’un livre:</a:t>
            </a:r>
            <a:endParaRPr lang="en-US" sz="4000" spc="-108" dirty="0">
              <a:solidFill>
                <a:srgbClr val="181C24">
                  <a:alpha val="100000"/>
                </a:srgbClr>
              </a:solidFill>
              <a:latin typeface="Arial Nova" panose="020B0504020202020204" pitchFamily="34" charset="0"/>
            </a:endParaRPr>
          </a:p>
        </p:txBody>
      </p:sp>
      <p:pic>
        <p:nvPicPr>
          <p:cNvPr id="4" name="Picture 3"/>
          <p:cNvPicPr>
            <a:picLocks noChangeAspect="1"/>
          </p:cNvPicPr>
          <p:nvPr/>
        </p:nvPicPr>
        <p:blipFill>
          <a:blip r:embed="rId332"/>
          <a:stretch>
            <a:fillRect/>
          </a:stretch>
        </p:blipFill>
        <p:spPr>
          <a:xfrm>
            <a:off x="0" y="1643263"/>
            <a:ext cx="9144000" cy="4940136"/>
          </a:xfrm>
          <a:prstGeom prst="rect">
            <a:avLst/>
          </a:prstGeom>
        </p:spPr>
      </p:pic>
      <p:pic>
        <p:nvPicPr>
          <p:cNvPr id="5" name="Picture 4"/>
          <p:cNvPicPr>
            <a:picLocks noChangeAspect="1"/>
          </p:cNvPicPr>
          <p:nvPr/>
        </p:nvPicPr>
        <p:blipFill>
          <a:blip r:embed="rId333"/>
          <a:stretch>
            <a:fillRect/>
          </a:stretch>
        </p:blipFill>
        <p:spPr>
          <a:xfrm>
            <a:off x="9250070" y="1897652"/>
            <a:ext cx="7680994" cy="4685747"/>
          </a:xfrm>
          <a:prstGeom prst="rect">
            <a:avLst/>
          </a:prstGeom>
        </p:spPr>
      </p:pic>
      <p:pic>
        <p:nvPicPr>
          <p:cNvPr id="6" name="Picture 5"/>
          <p:cNvPicPr>
            <a:picLocks noChangeAspect="1"/>
          </p:cNvPicPr>
          <p:nvPr/>
        </p:nvPicPr>
        <p:blipFill>
          <a:blip r:embed="rId334"/>
          <a:stretch>
            <a:fillRect/>
          </a:stretch>
        </p:blipFill>
        <p:spPr>
          <a:xfrm>
            <a:off x="224968" y="7305675"/>
            <a:ext cx="17838063" cy="1819752"/>
          </a:xfrm>
          <a:prstGeom prst="rect">
            <a:avLst/>
          </a:prstGeom>
        </p:spPr>
      </p:pic>
    </p:spTree>
    <p:extLst>
      <p:ext uri="{BB962C8B-B14F-4D97-AF65-F5344CB8AC3E}">
        <p14:creationId xmlns:p14="http://schemas.microsoft.com/office/powerpoint/2010/main" val="1084226595"/>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289560"/>
            <a:ext cx="18288000" cy="10287000"/>
          </a:xfrm>
          <a:prstGeom prst="rect">
            <a:avLst/>
          </a:prstGeom>
        </p:spPr>
        <p:style>
          <a:lnRef idx="2">
            <a:schemeClr val="dk1"/>
          </a:lnRef>
          <a:fillRef idx="1">
            <a:schemeClr val="lt1"/>
          </a:fillRef>
          <a:effectRef idx="0">
            <a:schemeClr val="dk1"/>
          </a:effectRef>
          <a:fontRef idx="minor">
            <a:schemeClr val="dk1"/>
          </a:fontRef>
        </p:style>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574963"/>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11" name="Rectangle 10"/>
          <p:cNvSpPr/>
          <p:nvPr/>
        </p:nvSpPr>
        <p:spPr>
          <a:xfrm>
            <a:off x="1148196" y="755841"/>
            <a:ext cx="7614713" cy="1570558"/>
          </a:xfrm>
          <a:prstGeom prst="rect">
            <a:avLst/>
          </a:prstGeom>
        </p:spPr>
        <p:txBody>
          <a:bodyPr wrap="none">
            <a:spAutoFit/>
          </a:bodyPr>
          <a:lstStyle/>
          <a:p>
            <a:pPr>
              <a:lnSpc>
                <a:spcPts val="6156"/>
              </a:lnSpc>
            </a:pPr>
            <a:r>
              <a:rPr lang="en-US" sz="4000" spc="-108" dirty="0" err="1" smtClean="0">
                <a:solidFill>
                  <a:srgbClr val="FF0000"/>
                </a:solidFill>
                <a:latin typeface="Arial Nova" panose="020B0504020202020204" pitchFamily="34" charset="0"/>
              </a:rPr>
              <a:t>Exemple</a:t>
            </a:r>
            <a:r>
              <a:rPr lang="en-US" sz="4000" spc="-108" dirty="0" smtClean="0">
                <a:solidFill>
                  <a:srgbClr val="FF0000"/>
                </a:solidFill>
                <a:latin typeface="Arial Nova" panose="020B0504020202020204" pitchFamily="34" charset="0"/>
              </a:rPr>
              <a:t> </a:t>
            </a:r>
            <a:r>
              <a:rPr lang="en-US" sz="4000" spc="-108" dirty="0" err="1" smtClean="0">
                <a:solidFill>
                  <a:srgbClr val="FF0000"/>
                </a:solidFill>
                <a:latin typeface="Arial Nova" panose="020B0504020202020204" pitchFamily="34" charset="0"/>
              </a:rPr>
              <a:t>d’ajout</a:t>
            </a:r>
            <a:r>
              <a:rPr lang="en-US" sz="4000" spc="-108" dirty="0">
                <a:solidFill>
                  <a:srgbClr val="FF0000"/>
                </a:solidFill>
                <a:latin typeface="Arial Nova" panose="020B0504020202020204" pitchFamily="34" charset="0"/>
              </a:rPr>
              <a:t> </a:t>
            </a:r>
            <a:r>
              <a:rPr lang="en-US" sz="4000" spc="-108" dirty="0" smtClean="0">
                <a:solidFill>
                  <a:srgbClr val="FF0000"/>
                </a:solidFill>
                <a:latin typeface="Arial Nova" panose="020B0504020202020204" pitchFamily="34" charset="0"/>
              </a:rPr>
              <a:t>d’un livre:</a:t>
            </a:r>
          </a:p>
          <a:p>
            <a:pPr>
              <a:lnSpc>
                <a:spcPts val="6156"/>
              </a:lnSpc>
            </a:pPr>
            <a:r>
              <a:rPr lang="en-US" sz="3000" spc="-108" dirty="0" smtClean="0">
                <a:latin typeface="Arial Nova" panose="020B0504020202020204" pitchFamily="34" charset="0"/>
                <a:sym typeface="Wingdings" panose="05000000000000000000" pitchFamily="2" charset="2"/>
              </a:rPr>
              <a:t>(</a:t>
            </a:r>
            <a:r>
              <a:rPr lang="en-US" sz="3000" spc="-108" dirty="0" err="1" smtClean="0">
                <a:latin typeface="Arial Nova" panose="020B0504020202020204" pitchFamily="34" charset="0"/>
                <a:sym typeface="Wingdings" panose="05000000000000000000" pitchFamily="2" charset="2"/>
              </a:rPr>
              <a:t>Enregistrement</a:t>
            </a:r>
            <a:r>
              <a:rPr lang="en-US" sz="3000" spc="-108" dirty="0" smtClean="0">
                <a:latin typeface="Arial Nova" panose="020B0504020202020204" pitchFamily="34" charset="0"/>
                <a:sym typeface="Wingdings" panose="05000000000000000000" pitchFamily="2" charset="2"/>
              </a:rPr>
              <a:t> du livre </a:t>
            </a:r>
            <a:r>
              <a:rPr lang="en-US" sz="3000" spc="-108" dirty="0" err="1" smtClean="0">
                <a:latin typeface="Arial Nova" panose="020B0504020202020204" pitchFamily="34" charset="0"/>
                <a:sym typeface="Wingdings" panose="05000000000000000000" pitchFamily="2" charset="2"/>
              </a:rPr>
              <a:t>ajouté</a:t>
            </a:r>
            <a:r>
              <a:rPr lang="en-US" sz="3000" spc="-108" dirty="0" smtClean="0">
                <a:latin typeface="Arial Nova" panose="020B0504020202020204" pitchFamily="34" charset="0"/>
                <a:sym typeface="Wingdings" panose="05000000000000000000" pitchFamily="2" charset="2"/>
              </a:rPr>
              <a:t> </a:t>
            </a:r>
            <a:r>
              <a:rPr lang="en-US" sz="3000" spc="-108" dirty="0" err="1" smtClean="0">
                <a:latin typeface="Arial Nova" panose="020B0504020202020204" pitchFamily="34" charset="0"/>
                <a:sym typeface="Wingdings" panose="05000000000000000000" pitchFamily="2" charset="2"/>
              </a:rPr>
              <a:t>dans</a:t>
            </a:r>
            <a:r>
              <a:rPr lang="en-US" sz="3000" spc="-108" dirty="0" smtClean="0">
                <a:latin typeface="Arial Nova" panose="020B0504020202020204" pitchFamily="34" charset="0"/>
                <a:sym typeface="Wingdings" panose="05000000000000000000" pitchFamily="2" charset="2"/>
              </a:rPr>
              <a:t> le tableau )</a:t>
            </a:r>
            <a:endParaRPr lang="en-US" sz="3000" spc="-108" dirty="0">
              <a:latin typeface="Arial Nova" panose="020B0504020202020204" pitchFamily="34" charset="0"/>
            </a:endParaRPr>
          </a:p>
        </p:txBody>
      </p:sp>
      <p:pic>
        <p:nvPicPr>
          <p:cNvPr id="12" name="Picture 11"/>
          <p:cNvPicPr>
            <a:picLocks noChangeAspect="1"/>
          </p:cNvPicPr>
          <p:nvPr/>
        </p:nvPicPr>
        <p:blipFill>
          <a:blip r:embed="rId332"/>
          <a:stretch>
            <a:fillRect/>
          </a:stretch>
        </p:blipFill>
        <p:spPr>
          <a:xfrm>
            <a:off x="224968" y="7670611"/>
            <a:ext cx="17838063" cy="1819752"/>
          </a:xfrm>
          <a:prstGeom prst="rect">
            <a:avLst/>
          </a:prstGeom>
        </p:spPr>
      </p:pic>
      <p:pic>
        <p:nvPicPr>
          <p:cNvPr id="5" name="Picture 4"/>
          <p:cNvPicPr>
            <a:picLocks noChangeAspect="1"/>
          </p:cNvPicPr>
          <p:nvPr/>
        </p:nvPicPr>
        <p:blipFill>
          <a:blip r:embed="rId333"/>
          <a:stretch>
            <a:fillRect/>
          </a:stretch>
        </p:blipFill>
        <p:spPr>
          <a:xfrm>
            <a:off x="187246" y="2691335"/>
            <a:ext cx="8956753" cy="4472199"/>
          </a:xfrm>
          <a:prstGeom prst="rect">
            <a:avLst/>
          </a:prstGeom>
        </p:spPr>
      </p:pic>
      <p:pic>
        <p:nvPicPr>
          <p:cNvPr id="6" name="Picture 5"/>
          <p:cNvPicPr>
            <a:picLocks noChangeAspect="1"/>
          </p:cNvPicPr>
          <p:nvPr/>
        </p:nvPicPr>
        <p:blipFill>
          <a:blip r:embed="rId334"/>
          <a:stretch>
            <a:fillRect/>
          </a:stretch>
        </p:blipFill>
        <p:spPr>
          <a:xfrm>
            <a:off x="9144000" y="3556568"/>
            <a:ext cx="9051508" cy="2127952"/>
          </a:xfrm>
          <a:prstGeom prst="rect">
            <a:avLst/>
          </a:prstGeom>
        </p:spPr>
      </p:pic>
      <p:sp>
        <p:nvSpPr>
          <p:cNvPr id="9" name="TextBox 8"/>
          <p:cNvSpPr txBox="1"/>
          <p:nvPr/>
        </p:nvSpPr>
        <p:spPr>
          <a:xfrm>
            <a:off x="9829800" y="5787211"/>
            <a:ext cx="7208519" cy="1877437"/>
          </a:xfrm>
          <a:prstGeom prst="rect">
            <a:avLst/>
          </a:prstGeom>
          <a:noFill/>
        </p:spPr>
        <p:txBody>
          <a:bodyPr wrap="square" rtlCol="0">
            <a:spAutoFit/>
          </a:bodyPr>
          <a:lstStyle/>
          <a:p>
            <a:r>
              <a:rPr lang="fr-FR" sz="2400" dirty="0"/>
              <a:t> </a:t>
            </a:r>
            <a:r>
              <a:rPr lang="fr-FR" sz="2400" b="1" dirty="0" smtClean="0"/>
              <a:t>La </a:t>
            </a:r>
            <a:r>
              <a:rPr lang="fr-FR" sz="2400" b="1" dirty="0"/>
              <a:t>fonction </a:t>
            </a:r>
            <a:r>
              <a:rPr lang="fr-FR" sz="2400" b="1" dirty="0" err="1"/>
              <a:t>chargerLivres</a:t>
            </a:r>
            <a:r>
              <a:rPr lang="fr-FR" sz="2400" b="1" dirty="0"/>
              <a:t>() sera appelée automatiquement</a:t>
            </a:r>
          </a:p>
          <a:p>
            <a:r>
              <a:rPr lang="fr-FR" sz="2400" b="1" dirty="0" smtClean="0"/>
              <a:t> </a:t>
            </a:r>
            <a:r>
              <a:rPr lang="fr-FR" sz="2400" b="1" dirty="0"/>
              <a:t>par la fonction </a:t>
            </a:r>
            <a:r>
              <a:rPr lang="fr-FR" sz="2400" b="1" dirty="0" err="1"/>
              <a:t>afficherEntite</a:t>
            </a:r>
            <a:r>
              <a:rPr lang="fr-FR" sz="2400" b="1" dirty="0"/>
              <a:t>() dans script.js quand on clique sur le bouton "</a:t>
            </a:r>
            <a:r>
              <a:rPr lang="fr-FR" sz="2400" b="1" dirty="0" smtClean="0"/>
              <a:t>Livres"  </a:t>
            </a:r>
            <a:endParaRPr lang="fr-FR" sz="2400" b="1" dirty="0"/>
          </a:p>
          <a:p>
            <a:endParaRPr lang="en-GB" sz="2000" b="1" dirty="0"/>
          </a:p>
        </p:txBody>
      </p:sp>
    </p:spTree>
    <p:extLst>
      <p:ext uri="{BB962C8B-B14F-4D97-AF65-F5344CB8AC3E}">
        <p14:creationId xmlns:p14="http://schemas.microsoft.com/office/powerpoint/2010/main" val="3570003633"/>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289560"/>
            <a:ext cx="18288000" cy="10287000"/>
          </a:xfrm>
          <a:prstGeom prst="rect">
            <a:avLst/>
          </a:prstGeom>
        </p:spPr>
        <p:style>
          <a:lnRef idx="2">
            <a:schemeClr val="dk1"/>
          </a:lnRef>
          <a:fillRef idx="1">
            <a:schemeClr val="lt1"/>
          </a:fillRef>
          <a:effectRef idx="0">
            <a:schemeClr val="dk1"/>
          </a:effectRef>
          <a:fontRef idx="minor">
            <a:schemeClr val="dk1"/>
          </a:fontRef>
        </p:style>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574963"/>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11" name="Rectangle 10"/>
          <p:cNvSpPr/>
          <p:nvPr/>
        </p:nvSpPr>
        <p:spPr>
          <a:xfrm>
            <a:off x="1148196" y="755841"/>
            <a:ext cx="8067145" cy="1682512"/>
          </a:xfrm>
          <a:prstGeom prst="rect">
            <a:avLst/>
          </a:prstGeom>
        </p:spPr>
        <p:txBody>
          <a:bodyPr wrap="none">
            <a:spAutoFit/>
          </a:bodyPr>
          <a:lstStyle/>
          <a:p>
            <a:pPr>
              <a:lnSpc>
                <a:spcPts val="6156"/>
              </a:lnSpc>
            </a:pPr>
            <a:r>
              <a:rPr lang="en-US" sz="4000" spc="-108" dirty="0" err="1" smtClean="0">
                <a:solidFill>
                  <a:srgbClr val="FF0000"/>
                </a:solidFill>
                <a:latin typeface="Arial Nova" panose="020B0504020202020204" pitchFamily="34" charset="0"/>
              </a:rPr>
              <a:t>Exemple</a:t>
            </a:r>
            <a:r>
              <a:rPr lang="en-US" sz="4000" spc="-108" dirty="0" smtClean="0">
                <a:solidFill>
                  <a:srgbClr val="FF0000"/>
                </a:solidFill>
                <a:latin typeface="Arial Nova" panose="020B0504020202020204" pitchFamily="34" charset="0"/>
              </a:rPr>
              <a:t> </a:t>
            </a:r>
            <a:r>
              <a:rPr lang="en-US" sz="4000" spc="-108" dirty="0" err="1" smtClean="0">
                <a:solidFill>
                  <a:srgbClr val="FF0000"/>
                </a:solidFill>
                <a:latin typeface="Arial Nova" panose="020B0504020202020204" pitchFamily="34" charset="0"/>
              </a:rPr>
              <a:t>d’ajout</a:t>
            </a:r>
            <a:r>
              <a:rPr lang="en-US" sz="4000" spc="-108" dirty="0">
                <a:solidFill>
                  <a:srgbClr val="FF0000"/>
                </a:solidFill>
                <a:latin typeface="Arial Nova" panose="020B0504020202020204" pitchFamily="34" charset="0"/>
              </a:rPr>
              <a:t> </a:t>
            </a:r>
            <a:r>
              <a:rPr lang="en-US" sz="4000" spc="-108" dirty="0" smtClean="0">
                <a:solidFill>
                  <a:srgbClr val="FF0000"/>
                </a:solidFill>
                <a:latin typeface="Arial Nova" panose="020B0504020202020204" pitchFamily="34" charset="0"/>
              </a:rPr>
              <a:t>d’un livre:</a:t>
            </a:r>
          </a:p>
          <a:p>
            <a:pPr>
              <a:lnSpc>
                <a:spcPts val="6156"/>
              </a:lnSpc>
            </a:pPr>
            <a:r>
              <a:rPr lang="en-US" sz="3000" spc="-108" dirty="0" err="1" smtClean="0">
                <a:latin typeface="Arial Nova" panose="020B0504020202020204" pitchFamily="34" charset="0"/>
                <a:sym typeface="Wingdings" panose="05000000000000000000" pitchFamily="2" charset="2"/>
              </a:rPr>
              <a:t>Stockage</a:t>
            </a:r>
            <a:r>
              <a:rPr lang="en-US" sz="3000" spc="-108" dirty="0" smtClean="0">
                <a:latin typeface="Arial Nova" panose="020B0504020202020204" pitchFamily="34" charset="0"/>
                <a:sym typeface="Wingdings" panose="05000000000000000000" pitchFamily="2" charset="2"/>
              </a:rPr>
              <a:t> locale JSON avec </a:t>
            </a:r>
            <a:r>
              <a:rPr lang="en-GB" sz="3200" dirty="0">
                <a:sym typeface="Wingdings" panose="05000000000000000000" pitchFamily="2" charset="2"/>
              </a:rPr>
              <a:t>:</a:t>
            </a:r>
            <a:r>
              <a:rPr lang="en-GB" sz="3200" dirty="0" smtClean="0"/>
              <a:t> </a:t>
            </a:r>
            <a:r>
              <a:rPr lang="en-GB" sz="3200" dirty="0" err="1"/>
              <a:t>chargerLivres</a:t>
            </a:r>
            <a:r>
              <a:rPr lang="en-GB" sz="3200" dirty="0"/>
              <a:t>() </a:t>
            </a:r>
            <a:r>
              <a:rPr lang="en-GB" sz="3200" dirty="0" smtClean="0"/>
              <a:t>{…}</a:t>
            </a:r>
            <a:endParaRPr lang="en-GB" sz="3200" dirty="0"/>
          </a:p>
        </p:txBody>
      </p:sp>
      <p:pic>
        <p:nvPicPr>
          <p:cNvPr id="12" name="Picture 11"/>
          <p:cNvPicPr>
            <a:picLocks noChangeAspect="1"/>
          </p:cNvPicPr>
          <p:nvPr/>
        </p:nvPicPr>
        <p:blipFill>
          <a:blip r:embed="rId332"/>
          <a:stretch>
            <a:fillRect/>
          </a:stretch>
        </p:blipFill>
        <p:spPr>
          <a:xfrm>
            <a:off x="224968" y="7670611"/>
            <a:ext cx="17838063" cy="1819752"/>
          </a:xfrm>
          <a:prstGeom prst="rect">
            <a:avLst/>
          </a:prstGeom>
        </p:spPr>
      </p:pic>
      <p:pic>
        <p:nvPicPr>
          <p:cNvPr id="2" name="Picture 1"/>
          <p:cNvPicPr>
            <a:picLocks noChangeAspect="1"/>
          </p:cNvPicPr>
          <p:nvPr/>
        </p:nvPicPr>
        <p:blipFill>
          <a:blip r:embed="rId333"/>
          <a:stretch>
            <a:fillRect/>
          </a:stretch>
        </p:blipFill>
        <p:spPr>
          <a:xfrm>
            <a:off x="855373" y="2438354"/>
            <a:ext cx="12159112" cy="5249308"/>
          </a:xfrm>
          <a:prstGeom prst="rect">
            <a:avLst/>
          </a:prstGeom>
        </p:spPr>
      </p:pic>
    </p:spTree>
    <p:extLst>
      <p:ext uri="{BB962C8B-B14F-4D97-AF65-F5344CB8AC3E}">
        <p14:creationId xmlns:p14="http://schemas.microsoft.com/office/powerpoint/2010/main" val="4012133861"/>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289560"/>
            <a:ext cx="18288000" cy="10287000"/>
          </a:xfrm>
          <a:prstGeom prst="rect">
            <a:avLst/>
          </a:prstGeom>
        </p:spPr>
        <p:style>
          <a:lnRef idx="2">
            <a:schemeClr val="dk1"/>
          </a:lnRef>
          <a:fillRef idx="1">
            <a:schemeClr val="lt1"/>
          </a:fillRef>
          <a:effectRef idx="0">
            <a:schemeClr val="dk1"/>
          </a:effectRef>
          <a:fontRef idx="minor">
            <a:schemeClr val="dk1"/>
          </a:fontRef>
        </p:style>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574963"/>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11" name="Rectangle 10"/>
          <p:cNvSpPr/>
          <p:nvPr/>
        </p:nvSpPr>
        <p:spPr>
          <a:xfrm>
            <a:off x="1193916" y="-27709"/>
            <a:ext cx="13943176" cy="4862870"/>
          </a:xfrm>
          <a:prstGeom prst="rect">
            <a:avLst/>
          </a:prstGeom>
        </p:spPr>
        <p:txBody>
          <a:bodyPr wrap="none">
            <a:spAutoFit/>
          </a:bodyPr>
          <a:lstStyle/>
          <a:p>
            <a:pPr>
              <a:lnSpc>
                <a:spcPts val="6156"/>
              </a:lnSpc>
            </a:pPr>
            <a:r>
              <a:rPr lang="fr-FR" sz="4400" b="1" u="sng" dirty="0">
                <a:solidFill>
                  <a:srgbClr val="FF0000"/>
                </a:solidFill>
              </a:rPr>
              <a:t>Affichage des livres dans le </a:t>
            </a:r>
            <a:r>
              <a:rPr lang="fr-FR" sz="4400" b="1" u="sng" dirty="0" smtClean="0">
                <a:solidFill>
                  <a:srgbClr val="FF0000"/>
                </a:solidFill>
              </a:rPr>
              <a:t>tableau</a:t>
            </a:r>
          </a:p>
          <a:p>
            <a:pPr>
              <a:lnSpc>
                <a:spcPts val="6156"/>
              </a:lnSpc>
            </a:pPr>
            <a:r>
              <a:rPr lang="fr-FR" sz="3200" b="1" dirty="0" err="1" smtClean="0">
                <a:solidFill>
                  <a:srgbClr val="FF0000"/>
                </a:solidFill>
              </a:rPr>
              <a:t>Afficherlivres</a:t>
            </a:r>
            <a:r>
              <a:rPr lang="fr-FR" sz="3200" b="1" dirty="0" smtClean="0">
                <a:solidFill>
                  <a:srgbClr val="FF0000"/>
                </a:solidFill>
              </a:rPr>
              <a:t>(){…}  :</a:t>
            </a:r>
          </a:p>
          <a:p>
            <a:pPr>
              <a:lnSpc>
                <a:spcPts val="6156"/>
              </a:lnSpc>
            </a:pPr>
            <a:r>
              <a:rPr lang="fr-FR" sz="3200" b="1" dirty="0"/>
              <a:t>Vide et reconstruit le tableau à chaque appel</a:t>
            </a:r>
          </a:p>
          <a:p>
            <a:pPr>
              <a:lnSpc>
                <a:spcPts val="6156"/>
              </a:lnSpc>
            </a:pPr>
            <a:r>
              <a:rPr lang="fr-FR" sz="3200" b="1" dirty="0"/>
              <a:t>Gère le cas « aucun livre » avec un message clair</a:t>
            </a:r>
          </a:p>
          <a:p>
            <a:pPr>
              <a:lnSpc>
                <a:spcPts val="6156"/>
              </a:lnSpc>
            </a:pPr>
            <a:r>
              <a:rPr lang="fr-FR" sz="3200" b="1" dirty="0"/>
              <a:t>Utilise l'index du tableau comme identifiant temporaire</a:t>
            </a:r>
          </a:p>
          <a:p>
            <a:pPr>
              <a:lnSpc>
                <a:spcPts val="6156"/>
              </a:lnSpc>
            </a:pPr>
            <a:r>
              <a:rPr lang="fr-FR" sz="3200" b="1" dirty="0"/>
              <a:t>Crée dynamiquement les boutons Modifier/Supprimer avec l'index en paramètre</a:t>
            </a:r>
            <a:endParaRPr lang="en-GB" sz="3200" b="1" dirty="0"/>
          </a:p>
        </p:txBody>
      </p:sp>
      <p:pic>
        <p:nvPicPr>
          <p:cNvPr id="3" name="Picture 2"/>
          <p:cNvPicPr>
            <a:picLocks noChangeAspect="1"/>
          </p:cNvPicPr>
          <p:nvPr/>
        </p:nvPicPr>
        <p:blipFill>
          <a:blip r:embed="rId332"/>
          <a:stretch>
            <a:fillRect/>
          </a:stretch>
        </p:blipFill>
        <p:spPr>
          <a:xfrm>
            <a:off x="0" y="5301057"/>
            <a:ext cx="18252425" cy="1966803"/>
          </a:xfrm>
          <a:prstGeom prst="rect">
            <a:avLst/>
          </a:prstGeom>
        </p:spPr>
      </p:pic>
      <p:sp>
        <p:nvSpPr>
          <p:cNvPr id="4" name="TextBox 3"/>
          <p:cNvSpPr txBox="1"/>
          <p:nvPr/>
        </p:nvSpPr>
        <p:spPr>
          <a:xfrm>
            <a:off x="320040" y="4835161"/>
            <a:ext cx="7315200" cy="584775"/>
          </a:xfrm>
          <a:prstGeom prst="rect">
            <a:avLst/>
          </a:prstGeom>
          <a:noFill/>
        </p:spPr>
        <p:txBody>
          <a:bodyPr wrap="square" rtlCol="0">
            <a:spAutoFit/>
          </a:bodyPr>
          <a:lstStyle/>
          <a:p>
            <a:r>
              <a:rPr lang="en-GB" sz="3200" dirty="0" err="1" smtClean="0"/>
              <a:t>Cas</a:t>
            </a:r>
            <a:r>
              <a:rPr lang="en-GB" sz="3200" dirty="0" smtClean="0"/>
              <a:t> </a:t>
            </a:r>
            <a:r>
              <a:rPr lang="en-GB" sz="3200" dirty="0" err="1" smtClean="0"/>
              <a:t>ou</a:t>
            </a:r>
            <a:r>
              <a:rPr lang="en-GB" sz="3200" dirty="0" smtClean="0"/>
              <a:t> le tableau LIVRE </a:t>
            </a:r>
            <a:r>
              <a:rPr lang="en-GB" sz="3200" dirty="0" err="1" smtClean="0"/>
              <a:t>est</a:t>
            </a:r>
            <a:r>
              <a:rPr lang="en-GB" sz="3200" dirty="0" smtClean="0"/>
              <a:t> vide :</a:t>
            </a:r>
            <a:endParaRPr lang="en-GB" sz="3200" dirty="0"/>
          </a:p>
        </p:txBody>
      </p:sp>
      <p:sp>
        <p:nvSpPr>
          <p:cNvPr id="5" name="TextBox 4"/>
          <p:cNvSpPr txBox="1"/>
          <p:nvPr/>
        </p:nvSpPr>
        <p:spPr>
          <a:xfrm>
            <a:off x="283412" y="7210536"/>
            <a:ext cx="8540548" cy="584775"/>
          </a:xfrm>
          <a:prstGeom prst="rect">
            <a:avLst/>
          </a:prstGeom>
          <a:noFill/>
        </p:spPr>
        <p:txBody>
          <a:bodyPr wrap="square" rtlCol="0">
            <a:spAutoFit/>
          </a:bodyPr>
          <a:lstStyle/>
          <a:p>
            <a:r>
              <a:rPr lang="en-GB" sz="3200" dirty="0" err="1" smtClean="0"/>
              <a:t>Cas</a:t>
            </a:r>
            <a:r>
              <a:rPr lang="en-GB" sz="3200" dirty="0" smtClean="0"/>
              <a:t> </a:t>
            </a:r>
            <a:r>
              <a:rPr lang="en-GB" sz="3200" dirty="0" err="1" smtClean="0"/>
              <a:t>ou</a:t>
            </a:r>
            <a:r>
              <a:rPr lang="en-GB" sz="3200" dirty="0" smtClean="0"/>
              <a:t> le tableau LIVRE </a:t>
            </a:r>
            <a:r>
              <a:rPr lang="en-GB" sz="3200" dirty="0" err="1" smtClean="0"/>
              <a:t>contient</a:t>
            </a:r>
            <a:r>
              <a:rPr lang="en-GB" sz="3200" dirty="0" smtClean="0"/>
              <a:t> des elements :</a:t>
            </a:r>
            <a:endParaRPr lang="en-GB" sz="3200" dirty="0"/>
          </a:p>
        </p:txBody>
      </p:sp>
      <p:pic>
        <p:nvPicPr>
          <p:cNvPr id="15" name="Picture 14"/>
          <p:cNvPicPr>
            <a:picLocks noChangeAspect="1"/>
          </p:cNvPicPr>
          <p:nvPr/>
        </p:nvPicPr>
        <p:blipFill>
          <a:blip r:embed="rId333"/>
          <a:stretch>
            <a:fillRect/>
          </a:stretch>
        </p:blipFill>
        <p:spPr>
          <a:xfrm>
            <a:off x="0" y="7730390"/>
            <a:ext cx="17838063" cy="1819752"/>
          </a:xfrm>
          <a:prstGeom prst="rect">
            <a:avLst/>
          </a:prstGeom>
        </p:spPr>
      </p:pic>
    </p:spTree>
    <p:extLst>
      <p:ext uri="{BB962C8B-B14F-4D97-AF65-F5344CB8AC3E}">
        <p14:creationId xmlns:p14="http://schemas.microsoft.com/office/powerpoint/2010/main" val="3470271551"/>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8A8CF-21BD-F95D-863E-D343463F9DEC}"/>
            </a:ext>
          </a:extLst>
        </p:cNvPr>
        <p:cNvGrpSpPr/>
        <p:nvPr/>
      </p:nvGrpSpPr>
      <p:grpSpPr>
        <a:xfrm>
          <a:off x="0" y="0"/>
          <a:ext cx="0" cy="0"/>
          <a:chOff x="0" y="0"/>
          <a:chExt cx="0" cy="0"/>
        </a:xfrm>
      </p:grpSpPr>
      <p:pic>
        <p:nvPicPr>
          <p:cNvPr id="824" name="Rect">
            <a:extLst>
              <a:ext uri="{FF2B5EF4-FFF2-40B4-BE49-F238E27FC236}">
                <a16:creationId xmlns:a16="http://schemas.microsoft.com/office/drawing/2014/main" id="{B6366CA7-18B5-2B5F-51C3-D10EB77D126B}"/>
              </a:ext>
            </a:extLst>
          </p:cNvPr>
          <p:cNvPicPr>
            <a:picLocks noChangeAspect="1"/>
          </p:cNvPicPr>
          <p:nvPr/>
        </p:nvPicPr>
        <p:blipFill rotWithShape="1">
          <a:blip r:embed="rId2">
            <a:alphaModFix/>
          </a:blip>
          <a:stretch/>
        </p:blipFill>
        <p:spPr>
          <a:xfrm>
            <a:off x="-138546" y="0"/>
            <a:ext cx="18288000" cy="10287000"/>
          </a:xfrm>
          <a:prstGeom prst="rect">
            <a:avLst/>
          </a:prstGeom>
        </p:spPr>
      </p:pic>
      <p:pic>
        <p:nvPicPr>
          <p:cNvPr id="827" name="layoutShapeInnerChild5">
            <a:extLst>
              <a:ext uri="{FF2B5EF4-FFF2-40B4-BE49-F238E27FC236}">
                <a16:creationId xmlns:a16="http://schemas.microsoft.com/office/drawing/2014/main" id="{322041BC-6D8F-62D6-B634-236BFDCE20A0}"/>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AEFF3E9-456B-56D0-56DA-F4F32271D708}"/>
              </a:ext>
            </a:extLst>
          </p:cNvPr>
          <p:cNvPicPr>
            <a:picLocks noChangeAspect="1"/>
          </p:cNvPicPr>
          <p:nvPr/>
        </p:nvPicPr>
        <p:blipFill rotWithShape="1">
          <a:blip r:embed="rId325">
            <a:alphaModFix/>
          </a:blip>
          <a:stretch/>
        </p:blipFill>
        <p:spPr>
          <a:xfrm>
            <a:off x="11173863" y="574963"/>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FE8FA1C5-08B0-CFCD-5175-81017D083921}"/>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pic>
        <p:nvPicPr>
          <p:cNvPr id="4" name="Picture 3"/>
          <p:cNvPicPr>
            <a:picLocks noChangeAspect="1"/>
          </p:cNvPicPr>
          <p:nvPr/>
        </p:nvPicPr>
        <p:blipFill>
          <a:blip r:embed="rId332"/>
          <a:stretch>
            <a:fillRect/>
          </a:stretch>
        </p:blipFill>
        <p:spPr>
          <a:xfrm>
            <a:off x="1573061" y="0"/>
            <a:ext cx="14322259" cy="9909846"/>
          </a:xfrm>
          <a:prstGeom prst="rect">
            <a:avLst/>
          </a:prstGeom>
        </p:spPr>
      </p:pic>
    </p:spTree>
    <p:extLst>
      <p:ext uri="{BB962C8B-B14F-4D97-AF65-F5344CB8AC3E}">
        <p14:creationId xmlns:p14="http://schemas.microsoft.com/office/powerpoint/2010/main" val="2719247461"/>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507077"/>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27709"/>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574963"/>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Rectangle 1"/>
          <p:cNvSpPr/>
          <p:nvPr/>
        </p:nvSpPr>
        <p:spPr>
          <a:xfrm>
            <a:off x="1148196" y="0"/>
            <a:ext cx="308674" cy="757900"/>
          </a:xfrm>
          <a:prstGeom prst="rect">
            <a:avLst/>
          </a:prstGeom>
        </p:spPr>
        <p:txBody>
          <a:bodyPr wrap="none">
            <a:spAutoFit/>
          </a:bodyPr>
          <a:lstStyle/>
          <a:p>
            <a:pPr>
              <a:lnSpc>
                <a:spcPts val="6156"/>
              </a:lnSpc>
            </a:pPr>
            <a:r>
              <a:rPr lang="en-US" spc="-108" dirty="0" smtClean="0">
                <a:solidFill>
                  <a:srgbClr val="181C24">
                    <a:alpha val="100000"/>
                  </a:srgbClr>
                </a:solidFill>
                <a:latin typeface="IBM Plex Serif SemiBold" panose="00000700000000000000" pitchFamily="2" charset="0"/>
              </a:rPr>
              <a:t> </a:t>
            </a:r>
            <a:endParaRPr lang="en-US" spc="-108" dirty="0">
              <a:solidFill>
                <a:srgbClr val="181C24">
                  <a:alpha val="100000"/>
                </a:srgbClr>
              </a:solidFill>
              <a:latin typeface="IBM Plex Serif SemiBold" panose="00000700000000000000" pitchFamily="2" charset="0"/>
            </a:endParaRPr>
          </a:p>
        </p:txBody>
      </p:sp>
      <p:sp>
        <p:nvSpPr>
          <p:cNvPr id="11" name="Rectangle 10"/>
          <p:cNvSpPr/>
          <p:nvPr/>
        </p:nvSpPr>
        <p:spPr>
          <a:xfrm>
            <a:off x="1009650" y="131252"/>
            <a:ext cx="10668113" cy="887422"/>
          </a:xfrm>
          <a:prstGeom prst="rect">
            <a:avLst/>
          </a:prstGeom>
        </p:spPr>
        <p:txBody>
          <a:bodyPr wrap="none">
            <a:spAutoFit/>
          </a:bodyPr>
          <a:lstStyle/>
          <a:p>
            <a:pPr>
              <a:lnSpc>
                <a:spcPts val="6156"/>
              </a:lnSpc>
            </a:pPr>
            <a:r>
              <a:rPr lang="en-GB" sz="4000" dirty="0" err="1">
                <a:solidFill>
                  <a:srgbClr val="FF0000"/>
                </a:solidFill>
              </a:rPr>
              <a:t>Démonstration</a:t>
            </a:r>
            <a:r>
              <a:rPr lang="en-GB" sz="4000" dirty="0">
                <a:solidFill>
                  <a:srgbClr val="FF0000"/>
                </a:solidFill>
              </a:rPr>
              <a:t> </a:t>
            </a:r>
            <a:r>
              <a:rPr lang="en-GB" sz="4000" dirty="0" smtClean="0">
                <a:solidFill>
                  <a:srgbClr val="FF0000"/>
                </a:solidFill>
              </a:rPr>
              <a:t>Livre (Modification - Suppression) :</a:t>
            </a:r>
            <a:endParaRPr lang="en-US" sz="4000" spc="-108" dirty="0">
              <a:solidFill>
                <a:srgbClr val="FF0000"/>
              </a:solidFill>
              <a:latin typeface="Arial Nova" panose="020B0504020202020204" pitchFamily="34" charset="0"/>
            </a:endParaRPr>
          </a:p>
        </p:txBody>
      </p:sp>
      <p:cxnSp>
        <p:nvCxnSpPr>
          <p:cNvPr id="12" name="Straight Arrow Connector 11"/>
          <p:cNvCxnSpPr/>
          <p:nvPr/>
        </p:nvCxnSpPr>
        <p:spPr>
          <a:xfrm flipV="1">
            <a:off x="5126908" y="7984755"/>
            <a:ext cx="3684995" cy="152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5126908" y="3234330"/>
            <a:ext cx="3684995" cy="152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32"/>
          <a:stretch>
            <a:fillRect/>
          </a:stretch>
        </p:blipFill>
        <p:spPr>
          <a:xfrm>
            <a:off x="1776212" y="2509717"/>
            <a:ext cx="3018599" cy="1479706"/>
          </a:xfrm>
          <a:prstGeom prst="rect">
            <a:avLst/>
          </a:prstGeom>
        </p:spPr>
      </p:pic>
      <p:pic>
        <p:nvPicPr>
          <p:cNvPr id="8" name="Picture 7"/>
          <p:cNvPicPr>
            <a:picLocks noChangeAspect="1"/>
          </p:cNvPicPr>
          <p:nvPr/>
        </p:nvPicPr>
        <p:blipFill>
          <a:blip r:embed="rId333"/>
          <a:stretch>
            <a:fillRect/>
          </a:stretch>
        </p:blipFill>
        <p:spPr>
          <a:xfrm>
            <a:off x="8976360" y="1066706"/>
            <a:ext cx="8910856" cy="4530712"/>
          </a:xfrm>
          <a:prstGeom prst="rect">
            <a:avLst/>
          </a:prstGeom>
        </p:spPr>
      </p:pic>
      <p:pic>
        <p:nvPicPr>
          <p:cNvPr id="9" name="Picture 8"/>
          <p:cNvPicPr>
            <a:picLocks noChangeAspect="1"/>
          </p:cNvPicPr>
          <p:nvPr/>
        </p:nvPicPr>
        <p:blipFill>
          <a:blip r:embed="rId334"/>
          <a:stretch>
            <a:fillRect/>
          </a:stretch>
        </p:blipFill>
        <p:spPr>
          <a:xfrm>
            <a:off x="8976360" y="6136248"/>
            <a:ext cx="9055752" cy="3697015"/>
          </a:xfrm>
          <a:prstGeom prst="rect">
            <a:avLst/>
          </a:prstGeom>
        </p:spPr>
      </p:pic>
      <p:pic>
        <p:nvPicPr>
          <p:cNvPr id="10" name="Picture 9"/>
          <p:cNvPicPr>
            <a:picLocks noChangeAspect="1"/>
          </p:cNvPicPr>
          <p:nvPr/>
        </p:nvPicPr>
        <p:blipFill>
          <a:blip r:embed="rId335"/>
          <a:stretch>
            <a:fillRect/>
          </a:stretch>
        </p:blipFill>
        <p:spPr>
          <a:xfrm>
            <a:off x="1672985" y="7346632"/>
            <a:ext cx="3432888" cy="1350645"/>
          </a:xfrm>
          <a:prstGeom prst="rect">
            <a:avLst/>
          </a:prstGeom>
        </p:spPr>
      </p:pic>
    </p:spTree>
    <p:extLst>
      <p:ext uri="{BB962C8B-B14F-4D97-AF65-F5344CB8AC3E}">
        <p14:creationId xmlns:p14="http://schemas.microsoft.com/office/powerpoint/2010/main" val="1270000894"/>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3812" y="-268786"/>
            <a:ext cx="18288000" cy="10287000"/>
          </a:xfrm>
          <a:prstGeom prst="rect">
            <a:avLst/>
          </a:prstGeom>
        </p:spPr>
      </p:pic>
      <p:pic>
        <p:nvPicPr>
          <p:cNvPr id="7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715000" cy="5715000"/>
          </a:xfrm>
          <a:prstGeom prst="rect">
            <a:avLst/>
          </a:prstGeom>
        </p:spPr>
      </p:pic>
      <p:pic>
        <p:nvPicPr>
          <p:cNvPr id="782" name="layoutShapeInnerChild7">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CDD7CF55-E0E7-4D33-B9AB-F600C352409A}">
                <asvg:svgBlip xmlns:asvg="http://schemas.microsoft.com/office/drawing/2016/SVG/main" xmlns:p14="http://schemas.microsoft.com/office/powerpoint/2010/main" xmlns:a14="http://schemas.microsoft.com/office/drawing/2010/main" xmlns:a16="http://schemas.microsoft.com/office/drawing/2014/main" xmlns="" r:embed="rId302"/>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5963900" y="5448300"/>
            <a:ext cx="2324100" cy="4834681"/>
          </a:xfrm>
          <a:prstGeom prst="rect">
            <a:avLst/>
          </a:prstGeom>
        </p:spPr>
      </p:pic>
      <p:pic>
        <p:nvPicPr>
          <p:cNvPr id="784" name="layoutShapeInnerChild9">
            <a:extLst>
              <a:ext uri="{FF2B5EF4-FFF2-40B4-BE49-F238E27FC236}">
                <a16:creationId xmlns:a16="http://schemas.microsoft.com/office/drawing/2014/main" id="{A8642F66-C0BB-4949-9A9C-024B120A5D52}"/>
              </a:ext>
            </a:extLst>
          </p:cNvPr>
          <p:cNvPicPr>
            <a:picLocks noChangeAspect="1"/>
          </p:cNvPicPr>
          <p:nvPr/>
        </p:nvPicPr>
        <p:blipFill rotWithShape="1">
          <a:blip r:embed="rId303">
            <a:alphaModFix/>
            <a:extLst>
              <a:ext uri="{24B5DEC8-37AC-4A67-AC82-5FF9E1DE54F7}">
                <asvg:svgBlip xmlns:asvg="http://schemas.microsoft.com/office/drawing/2016/SVG/main" xmlns:p14="http://schemas.microsoft.com/office/powerpoint/2010/main" xmlns:a14="http://schemas.microsoft.com/office/drawing/2010/main" xmlns:a16="http://schemas.microsoft.com/office/drawing/2014/main" xmlns="" r:embed="rId305"/>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514350"/>
            <a:ext cx="1947119" cy="5143500"/>
          </a:xfrm>
          <a:prstGeom prst="rect">
            <a:avLst/>
          </a:prstGeom>
        </p:spPr>
      </p:pic>
      <p:pic>
        <p:nvPicPr>
          <p:cNvPr id="78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06">
            <a:alphaModFix/>
          </a:blip>
          <a:stretch/>
        </p:blipFill>
        <p:spPr>
          <a:xfrm>
            <a:off x="2662628" y="3183044"/>
            <a:ext cx="13761473" cy="4949611"/>
          </a:xfrm>
          <a:prstGeom prst="rect">
            <a:avLst/>
          </a:prstGeom>
        </p:spPr>
      </p:pic>
      <p:sp>
        <p:nvSpPr>
          <p:cNvPr id="790" name="Description of a primary heading-0">
            <a:extLst>
              <a:ext uri="{FF2B5EF4-FFF2-40B4-BE49-F238E27FC236}">
                <a16:creationId xmlns:a16="http://schemas.microsoft.com/office/drawing/2014/main" id="{111B4A49-B930-4A89-A1CD-6CA2B3D95AED}"/>
              </a:ext>
            </a:extLst>
          </p:cNvPr>
          <p:cNvSpPr txBox="1"/>
          <p:nvPr/>
        </p:nvSpPr>
        <p:spPr>
          <a:xfrm>
            <a:off x="3318840" y="4003018"/>
            <a:ext cx="12449047" cy="3939540"/>
          </a:xfrm>
          <a:prstGeom prst="rect">
            <a:avLst/>
          </a:prstGeom>
          <a:noFill/>
        </p:spPr>
        <p:txBody>
          <a:bodyPr vertOverflow="clip" horzOverflow="clip" wrap="square" lIns="0" tIns="0" rIns="0" bIns="0" rtlCol="0" anchor="t">
            <a:spAutoFit/>
          </a:bodyPr>
          <a:lstStyle/>
          <a:p>
            <a:r>
              <a:rPr lang="en-GB" sz="3200" dirty="0" smtClean="0"/>
              <a:t>Concepts </a:t>
            </a:r>
            <a:r>
              <a:rPr lang="en-GB" sz="3200" dirty="0"/>
              <a:t>JavaScript </a:t>
            </a:r>
            <a:r>
              <a:rPr lang="en-GB" sz="3200" dirty="0" err="1"/>
              <a:t>maîtrisés</a:t>
            </a:r>
            <a:r>
              <a:rPr lang="en-GB" sz="3200" dirty="0"/>
              <a:t> </a:t>
            </a:r>
            <a:r>
              <a:rPr lang="en-GB" sz="3200" dirty="0" smtClean="0"/>
              <a:t>:</a:t>
            </a:r>
          </a:p>
          <a:p>
            <a:r>
              <a:rPr lang="fr-FR" sz="3200" dirty="0" smtClean="0">
                <a:latin typeface="Times New Roman" panose="02020603050405020304" pitchFamily="18" charset="0"/>
                <a:cs typeface="Times New Roman" panose="02020603050405020304" pitchFamily="18" charset="0"/>
              </a:rPr>
              <a:t>Manipulation du DOM</a:t>
            </a:r>
          </a:p>
          <a:p>
            <a:r>
              <a:rPr lang="fr-FR" sz="3200" dirty="0" smtClean="0">
                <a:latin typeface="Times New Roman" panose="02020603050405020304" pitchFamily="18" charset="0"/>
                <a:cs typeface="Times New Roman" panose="02020603050405020304" pitchFamily="18" charset="0"/>
              </a:rPr>
              <a:t>Gestion des </a:t>
            </a:r>
            <a:r>
              <a:rPr lang="fr-FR" sz="3200" dirty="0" err="1" smtClean="0">
                <a:latin typeface="Times New Roman" panose="02020603050405020304" pitchFamily="18" charset="0"/>
                <a:cs typeface="Times New Roman" panose="02020603050405020304" pitchFamily="18" charset="0"/>
              </a:rPr>
              <a:t>evenements</a:t>
            </a:r>
            <a:endParaRPr lang="fr-FR" sz="3200" dirty="0" smtClean="0">
              <a:latin typeface="Times New Roman" panose="02020603050405020304" pitchFamily="18" charset="0"/>
              <a:cs typeface="Times New Roman" panose="02020603050405020304" pitchFamily="18" charset="0"/>
            </a:endParaRPr>
          </a:p>
          <a:p>
            <a:r>
              <a:rPr lang="fr-FR" sz="3200" dirty="0" smtClean="0">
                <a:latin typeface="Times New Roman" panose="02020603050405020304" pitchFamily="18" charset="0"/>
                <a:cs typeface="Times New Roman" panose="02020603050405020304" pitchFamily="18" charset="0"/>
              </a:rPr>
              <a:t>Tableaux </a:t>
            </a:r>
            <a:r>
              <a:rPr lang="fr-FR" sz="3200" dirty="0" err="1" smtClean="0">
                <a:latin typeface="Times New Roman" panose="02020603050405020304" pitchFamily="18" charset="0"/>
                <a:cs typeface="Times New Roman" panose="02020603050405020304" pitchFamily="18" charset="0"/>
              </a:rPr>
              <a:t>Javascript</a:t>
            </a:r>
            <a:r>
              <a:rPr lang="fr-FR" sz="3200" dirty="0" smtClean="0">
                <a:latin typeface="Times New Roman" panose="02020603050405020304" pitchFamily="18" charset="0"/>
                <a:cs typeface="Times New Roman" panose="02020603050405020304" pitchFamily="18" charset="0"/>
              </a:rPr>
              <a:t> (</a:t>
            </a:r>
            <a:r>
              <a:rPr lang="fr-FR" sz="3200" dirty="0" err="1" smtClean="0">
                <a:latin typeface="Times New Roman" panose="02020603050405020304" pitchFamily="18" charset="0"/>
                <a:cs typeface="Times New Roman" panose="02020603050405020304" pitchFamily="18" charset="0"/>
              </a:rPr>
              <a:t>arrays</a:t>
            </a:r>
            <a:r>
              <a:rPr lang="fr-FR" sz="3200" dirty="0" smtClean="0">
                <a:latin typeface="Times New Roman" panose="02020603050405020304" pitchFamily="18" charset="0"/>
                <a:cs typeface="Times New Roman" panose="02020603050405020304" pitchFamily="18" charset="0"/>
              </a:rPr>
              <a:t>) et leurs </a:t>
            </a:r>
            <a:r>
              <a:rPr lang="fr-FR" sz="3200" dirty="0" err="1" smtClean="0">
                <a:latin typeface="Times New Roman" panose="02020603050405020304" pitchFamily="18" charset="0"/>
                <a:cs typeface="Times New Roman" panose="02020603050405020304" pitchFamily="18" charset="0"/>
              </a:rPr>
              <a:t>methodes</a:t>
            </a:r>
            <a:endParaRPr lang="fr-FR" sz="3200" dirty="0" smtClean="0">
              <a:latin typeface="Times New Roman" panose="02020603050405020304" pitchFamily="18" charset="0"/>
              <a:cs typeface="Times New Roman" panose="02020603050405020304" pitchFamily="18" charset="0"/>
            </a:endParaRPr>
          </a:p>
          <a:p>
            <a:r>
              <a:rPr lang="fr-FR" sz="3200" dirty="0" smtClean="0">
                <a:latin typeface="Times New Roman" panose="02020603050405020304" pitchFamily="18" charset="0"/>
                <a:cs typeface="Times New Roman" panose="02020603050405020304" pitchFamily="18" charset="0"/>
              </a:rPr>
              <a:t>Objets </a:t>
            </a:r>
            <a:r>
              <a:rPr lang="fr-FR" sz="3200" dirty="0" err="1" smtClean="0">
                <a:latin typeface="Times New Roman" panose="02020603050405020304" pitchFamily="18" charset="0"/>
                <a:cs typeface="Times New Roman" panose="02020603050405020304" pitchFamily="18" charset="0"/>
              </a:rPr>
              <a:t>Javascript</a:t>
            </a:r>
            <a:endParaRPr lang="fr-FR" sz="3200" dirty="0" smtClean="0">
              <a:latin typeface="Times New Roman" panose="02020603050405020304" pitchFamily="18" charset="0"/>
              <a:cs typeface="Times New Roman" panose="02020603050405020304" pitchFamily="18" charset="0"/>
            </a:endParaRPr>
          </a:p>
          <a:p>
            <a:r>
              <a:rPr lang="fr-FR" sz="3200" dirty="0" err="1" smtClean="0">
                <a:latin typeface="Times New Roman" panose="02020603050405020304" pitchFamily="18" charset="0"/>
                <a:cs typeface="Times New Roman" panose="02020603050405020304" pitchFamily="18" charset="0"/>
              </a:rPr>
              <a:t>LocalStorage</a:t>
            </a:r>
            <a:endParaRPr lang="fr-FR" sz="3200" dirty="0" smtClean="0">
              <a:latin typeface="Times New Roman" panose="02020603050405020304" pitchFamily="18" charset="0"/>
              <a:cs typeface="Times New Roman" panose="02020603050405020304" pitchFamily="18" charset="0"/>
            </a:endParaRPr>
          </a:p>
          <a:p>
            <a:r>
              <a:rPr lang="fr-FR" sz="3200" dirty="0" smtClean="0">
                <a:latin typeface="Times New Roman" panose="02020603050405020304" pitchFamily="18" charset="0"/>
                <a:cs typeface="Times New Roman" panose="02020603050405020304" pitchFamily="18" charset="0"/>
              </a:rPr>
              <a:t>Conversion JSON(</a:t>
            </a:r>
            <a:r>
              <a:rPr lang="fr-FR" sz="3200" dirty="0" err="1" smtClean="0">
                <a:latin typeface="Times New Roman" panose="02020603050405020304" pitchFamily="18" charset="0"/>
                <a:cs typeface="Times New Roman" panose="02020603050405020304" pitchFamily="18" charset="0"/>
              </a:rPr>
              <a:t>stringify</a:t>
            </a:r>
            <a:r>
              <a:rPr lang="fr-FR" sz="3200" dirty="0" smtClean="0">
                <a:latin typeface="Times New Roman" panose="02020603050405020304" pitchFamily="18" charset="0"/>
                <a:cs typeface="Times New Roman" panose="02020603050405020304" pitchFamily="18" charset="0"/>
              </a:rPr>
              <a:t>/</a:t>
            </a:r>
            <a:r>
              <a:rPr lang="fr-FR" sz="3200" dirty="0" err="1" smtClean="0">
                <a:latin typeface="Times New Roman" panose="02020603050405020304" pitchFamily="18" charset="0"/>
                <a:cs typeface="Times New Roman" panose="02020603050405020304" pitchFamily="18" charset="0"/>
              </a:rPr>
              <a:t>parse</a:t>
            </a:r>
            <a:r>
              <a:rPr lang="fr-FR" sz="3200" dirty="0" smtClean="0">
                <a:latin typeface="Times New Roman" panose="02020603050405020304" pitchFamily="18" charset="0"/>
                <a:cs typeface="Times New Roman" panose="02020603050405020304" pitchFamily="18" charset="0"/>
              </a:rPr>
              <a:t>)</a:t>
            </a:r>
          </a:p>
          <a:p>
            <a:r>
              <a:rPr lang="fr-FR" sz="3200" dirty="0" smtClean="0">
                <a:latin typeface="Times New Roman" panose="02020603050405020304" pitchFamily="18" charset="0"/>
                <a:cs typeface="Times New Roman" panose="02020603050405020304" pitchFamily="18" charset="0"/>
              </a:rPr>
              <a:t>Fonctions et flux de </a:t>
            </a:r>
            <a:r>
              <a:rPr lang="fr-FR" sz="3200" dirty="0" err="1" smtClean="0">
                <a:latin typeface="Times New Roman" panose="02020603050405020304" pitchFamily="18" charset="0"/>
                <a:cs typeface="Times New Roman" panose="02020603050405020304" pitchFamily="18" charset="0"/>
              </a:rPr>
              <a:t>controle</a:t>
            </a:r>
            <a:endParaRPr lang="fr-FR" sz="3200" dirty="0">
              <a:latin typeface="Times New Roman" panose="02020603050405020304" pitchFamily="18" charset="0"/>
              <a:cs typeface="Times New Roman" panose="02020603050405020304" pitchFamily="18" charset="0"/>
            </a:endParaRPr>
          </a:p>
        </p:txBody>
      </p:sp>
      <p:sp>
        <p:nvSpPr>
          <p:cNvPr id="816" name="Click here to edit title-450">
            <a:extLst>
              <a:ext uri="{FF2B5EF4-FFF2-40B4-BE49-F238E27FC236}">
                <a16:creationId xmlns:a16="http://schemas.microsoft.com/office/drawing/2014/main" id="{111B4A49-B930-4A89-A1CD-6CA2B3D95AED}"/>
              </a:ext>
            </a:extLst>
          </p:cNvPr>
          <p:cNvSpPr txBox="1"/>
          <p:nvPr/>
        </p:nvSpPr>
        <p:spPr>
          <a:xfrm>
            <a:off x="1409700" y="993172"/>
            <a:ext cx="15516225" cy="655116"/>
          </a:xfrm>
          <a:prstGeom prst="rect">
            <a:avLst/>
          </a:prstGeom>
          <a:noFill/>
        </p:spPr>
        <p:txBody>
          <a:bodyPr vertOverflow="clip" horzOverflow="clip" wrap="square" lIns="0" tIns="0" rIns="0" bIns="0" rtlCol="0" anchor="t">
            <a:spAutoFit/>
          </a:bodyPr>
          <a:lstStyle/>
          <a:p>
            <a:pPr algn="ctr">
              <a:lnSpc>
                <a:spcPts val="5292"/>
              </a:lnSpc>
            </a:pPr>
            <a:r>
              <a:rPr lang="en-GB" sz="4400" dirty="0"/>
              <a:t>Points Techniques </a:t>
            </a:r>
            <a:r>
              <a:rPr lang="en-GB" sz="4400" dirty="0" err="1" smtClean="0"/>
              <a:t>Clés</a:t>
            </a:r>
            <a:endParaRPr lang="fr-FR" sz="4400" dirty="0">
              <a:latin typeface="Times New Roman" panose="02020603050405020304" pitchFamily="18" charset="0"/>
              <a:cs typeface="Times New Roman" panose="02020603050405020304" pitchFamily="18" charset="0"/>
            </a:endParaRPr>
          </a:p>
        </p:txBody>
      </p:sp>
      <p:sp>
        <p:nvSpPr>
          <p:cNvPr id="27" name="ZoneTexte 26"/>
          <p:cNvSpPr txBox="1"/>
          <p:nvPr/>
        </p:nvSpPr>
        <p:spPr>
          <a:xfrm>
            <a:off x="17268669" y="9833548"/>
            <a:ext cx="614597" cy="369332"/>
          </a:xfrm>
          <a:prstGeom prst="rect">
            <a:avLst/>
          </a:prstGeom>
          <a:noFill/>
        </p:spPr>
        <p:txBody>
          <a:bodyPr wrap="square" rtlCol="0">
            <a:spAutoFit/>
          </a:bodyPr>
          <a:lstStyle/>
          <a:p>
            <a:r>
              <a:rPr lang="fr-FR" b="1" dirty="0"/>
              <a:t>7</a:t>
            </a:r>
          </a:p>
        </p:txBody>
      </p:sp>
      <p:pic>
        <p:nvPicPr>
          <p:cNvPr id="2" name="layoutShapeInnerChild4">
            <a:extLst>
              <a:ext uri="{FF2B5EF4-FFF2-40B4-BE49-F238E27FC236}">
                <a16:creationId xmlns:a16="http://schemas.microsoft.com/office/drawing/2014/main" id="{70FD4CF1-6149-01F5-70D8-871621948546}"/>
              </a:ext>
            </a:extLst>
          </p:cNvPr>
          <p:cNvPicPr>
            <a:picLocks noChangeAspect="1"/>
          </p:cNvPicPr>
          <p:nvPr/>
        </p:nvPicPr>
        <p:blipFill rotWithShape="1">
          <a:blip r:embed="rId307">
            <a:alphaModFix/>
            <a:extLst>
              <a:ext uri="{5EA00644-136D-42FE-A656-2B0828DF0B4E}">
                <asvg:svgBlip xmlns="" xmlns:a16="http://schemas.microsoft.com/office/drawing/2014/main" xmlns:a14="http://schemas.microsoft.com/office/drawing/2010/main" xmlns:p14="http://schemas.microsoft.com/office/powerpoint/2010/main" xmlns:asvg="http://schemas.microsoft.com/office/drawing/2016/SVG/main" r:embed="rId33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3481050" y="7305675"/>
            <a:ext cx="4095750" cy="2981325"/>
          </a:xfrm>
          <a:prstGeom prst="rect">
            <a:avLst/>
          </a:prstGeom>
        </p:spPr>
      </p:pic>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7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715000" cy="5715000"/>
          </a:xfrm>
          <a:prstGeom prst="rect">
            <a:avLst/>
          </a:prstGeom>
        </p:spPr>
      </p:pic>
      <p:pic>
        <p:nvPicPr>
          <p:cNvPr id="782" name="layoutShapeInnerChild7">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CDD7CF55-E0E7-4D33-B9AB-F600C352409A}">
                <asvg:svgBlip xmlns:asvg="http://schemas.microsoft.com/office/drawing/2016/SVG/main" xmlns:p14="http://schemas.microsoft.com/office/powerpoint/2010/main" xmlns:a14="http://schemas.microsoft.com/office/drawing/2010/main" xmlns:a16="http://schemas.microsoft.com/office/drawing/2014/main" xmlns="" r:embed="rId302"/>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5963900" y="5448300"/>
            <a:ext cx="2324100" cy="4834681"/>
          </a:xfrm>
          <a:prstGeom prst="rect">
            <a:avLst/>
          </a:prstGeom>
        </p:spPr>
      </p:pic>
      <p:pic>
        <p:nvPicPr>
          <p:cNvPr id="784" name="layoutShapeInnerChild9">
            <a:extLst>
              <a:ext uri="{FF2B5EF4-FFF2-40B4-BE49-F238E27FC236}">
                <a16:creationId xmlns:a16="http://schemas.microsoft.com/office/drawing/2014/main" id="{A8642F66-C0BB-4949-9A9C-024B120A5D52}"/>
              </a:ext>
            </a:extLst>
          </p:cNvPr>
          <p:cNvPicPr>
            <a:picLocks noChangeAspect="1"/>
          </p:cNvPicPr>
          <p:nvPr/>
        </p:nvPicPr>
        <p:blipFill rotWithShape="1">
          <a:blip r:embed="rId303">
            <a:alphaModFix/>
            <a:extLst>
              <a:ext uri="{24B5DEC8-37AC-4A67-AC82-5FF9E1DE54F7}">
                <asvg:svgBlip xmlns:asvg="http://schemas.microsoft.com/office/drawing/2016/SVG/main" xmlns:p14="http://schemas.microsoft.com/office/powerpoint/2010/main" xmlns:a14="http://schemas.microsoft.com/office/drawing/2010/main" xmlns:a16="http://schemas.microsoft.com/office/drawing/2014/main" xmlns="" r:embed="rId305"/>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514350"/>
            <a:ext cx="1947119" cy="5143500"/>
          </a:xfrm>
          <a:prstGeom prst="rect">
            <a:avLst/>
          </a:prstGeom>
        </p:spPr>
      </p:pic>
      <p:pic>
        <p:nvPicPr>
          <p:cNvPr id="78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06">
            <a:alphaModFix/>
          </a:blip>
          <a:stretch/>
        </p:blipFill>
        <p:spPr>
          <a:xfrm>
            <a:off x="2697811" y="3183044"/>
            <a:ext cx="13726290" cy="4122631"/>
          </a:xfrm>
          <a:prstGeom prst="rect">
            <a:avLst/>
          </a:prstGeom>
        </p:spPr>
      </p:pic>
      <p:sp>
        <p:nvSpPr>
          <p:cNvPr id="790" name="Description of a primary heading-0">
            <a:extLst>
              <a:ext uri="{FF2B5EF4-FFF2-40B4-BE49-F238E27FC236}">
                <a16:creationId xmlns:a16="http://schemas.microsoft.com/office/drawing/2014/main" id="{111B4A49-B930-4A89-A1CD-6CA2B3D95AED}"/>
              </a:ext>
            </a:extLst>
          </p:cNvPr>
          <p:cNvSpPr txBox="1"/>
          <p:nvPr/>
        </p:nvSpPr>
        <p:spPr>
          <a:xfrm>
            <a:off x="3320605" y="4003018"/>
            <a:ext cx="12643295" cy="3600986"/>
          </a:xfrm>
          <a:prstGeom prst="rect">
            <a:avLst/>
          </a:prstGeom>
          <a:noFill/>
        </p:spPr>
        <p:txBody>
          <a:bodyPr vertOverflow="clip" horzOverflow="clip" wrap="square" lIns="0" tIns="0" rIns="0" bIns="0" rtlCol="0" anchor="t">
            <a:spAutoFit/>
          </a:bodyPr>
          <a:lstStyle/>
          <a:p>
            <a:r>
              <a:rPr lang="fr-FR" sz="3400" dirty="0" smtClean="0"/>
              <a:t>Ce </a:t>
            </a:r>
            <a:r>
              <a:rPr lang="fr-FR" sz="3400" dirty="0"/>
              <a:t>projet </a:t>
            </a:r>
            <a:r>
              <a:rPr lang="fr-FR" sz="3400" dirty="0" smtClean="0"/>
              <a:t>nous a </a:t>
            </a:r>
            <a:r>
              <a:rPr lang="fr-FR" sz="3400" dirty="0"/>
              <a:t>permis de développer une application complète en JavaScript, de comprendre l'architecture d'une application web, d'appliquer les concepts CRUD, et de créer une interface utilisateur dynamique. Le résultat est une application fonctionnelle qui répond aux besoins de base d'une gestion de bibliothèque</a:t>
            </a:r>
            <a:r>
              <a:rPr lang="fr-FR" sz="3400" dirty="0" smtClean="0"/>
              <a:t>.</a:t>
            </a:r>
          </a:p>
          <a:p>
            <a:endParaRPr lang="fr-FR" sz="3200" dirty="0">
              <a:latin typeface="Times New Roman" panose="02020603050405020304" pitchFamily="18" charset="0"/>
              <a:cs typeface="Times New Roman" panose="02020603050405020304" pitchFamily="18" charset="0"/>
            </a:endParaRPr>
          </a:p>
          <a:p>
            <a:endParaRPr lang="fr-FR" sz="3200" dirty="0">
              <a:latin typeface="Times New Roman" panose="02020603050405020304" pitchFamily="18" charset="0"/>
              <a:cs typeface="Times New Roman" panose="02020603050405020304" pitchFamily="18" charset="0"/>
            </a:endParaRPr>
          </a:p>
        </p:txBody>
      </p:sp>
      <p:sp>
        <p:nvSpPr>
          <p:cNvPr id="816" name="Click here to edit title-450">
            <a:extLst>
              <a:ext uri="{FF2B5EF4-FFF2-40B4-BE49-F238E27FC236}">
                <a16:creationId xmlns:a16="http://schemas.microsoft.com/office/drawing/2014/main" id="{111B4A49-B930-4A89-A1CD-6CA2B3D95AED}"/>
              </a:ext>
            </a:extLst>
          </p:cNvPr>
          <p:cNvSpPr txBox="1"/>
          <p:nvPr/>
        </p:nvSpPr>
        <p:spPr>
          <a:xfrm>
            <a:off x="1409700" y="993172"/>
            <a:ext cx="15516225" cy="685800"/>
          </a:xfrm>
          <a:prstGeom prst="rect">
            <a:avLst/>
          </a:prstGeom>
          <a:noFill/>
        </p:spPr>
        <p:txBody>
          <a:bodyPr vertOverflow="clip" horzOverflow="clip" wrap="square" lIns="0" tIns="0" rIns="0" bIns="0" rtlCol="0" anchor="t">
            <a:spAutoFit/>
          </a:bodyPr>
          <a:lstStyle/>
          <a:p>
            <a:pPr algn="ctr">
              <a:lnSpc>
                <a:spcPts val="5292"/>
              </a:lnSpc>
            </a:pPr>
            <a:r>
              <a:rPr lang="en-US" sz="4200" spc="-84" dirty="0">
                <a:solidFill>
                  <a:srgbClr val="181C24">
                    <a:alpha val="100000"/>
                  </a:srgbClr>
                </a:solidFill>
                <a:latin typeface="IBM Plex Serif SemiBold" panose="00000700000000000000" pitchFamily="2" charset="0"/>
              </a:rPr>
              <a:t>Conclusion</a:t>
            </a:r>
          </a:p>
        </p:txBody>
      </p:sp>
      <p:sp>
        <p:nvSpPr>
          <p:cNvPr id="27" name="ZoneTexte 26"/>
          <p:cNvSpPr txBox="1"/>
          <p:nvPr/>
        </p:nvSpPr>
        <p:spPr>
          <a:xfrm>
            <a:off x="17268669" y="9833548"/>
            <a:ext cx="614597" cy="369332"/>
          </a:xfrm>
          <a:prstGeom prst="rect">
            <a:avLst/>
          </a:prstGeom>
          <a:noFill/>
        </p:spPr>
        <p:txBody>
          <a:bodyPr wrap="square" rtlCol="0">
            <a:spAutoFit/>
          </a:bodyPr>
          <a:lstStyle/>
          <a:p>
            <a:r>
              <a:rPr lang="fr-FR" b="1" dirty="0"/>
              <a:t>7</a:t>
            </a:r>
          </a:p>
        </p:txBody>
      </p:sp>
      <p:pic>
        <p:nvPicPr>
          <p:cNvPr id="2" name="layoutShapeInnerChild4">
            <a:extLst>
              <a:ext uri="{FF2B5EF4-FFF2-40B4-BE49-F238E27FC236}">
                <a16:creationId xmlns:a16="http://schemas.microsoft.com/office/drawing/2014/main" id="{70FD4CF1-6149-01F5-70D8-871621948546}"/>
              </a:ext>
            </a:extLst>
          </p:cNvPr>
          <p:cNvPicPr>
            <a:picLocks noChangeAspect="1"/>
          </p:cNvPicPr>
          <p:nvPr/>
        </p:nvPicPr>
        <p:blipFill rotWithShape="1">
          <a:blip r:embed="rId307">
            <a:alphaModFix/>
            <a:extLst>
              <a:ext uri="{5EA00644-136D-42FE-A656-2B0828DF0B4E}">
                <asvg:svgBlip xmlns="" xmlns:a16="http://schemas.microsoft.com/office/drawing/2014/main" xmlns:a14="http://schemas.microsoft.com/office/drawing/2010/main" xmlns:p14="http://schemas.microsoft.com/office/powerpoint/2010/main" xmlns:asvg="http://schemas.microsoft.com/office/drawing/2016/SVG/main" r:embed="rId33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3481050" y="7595235"/>
            <a:ext cx="4095750" cy="2981325"/>
          </a:xfrm>
          <a:prstGeom prst="rect">
            <a:avLst/>
          </a:prstGeom>
        </p:spPr>
      </p:pic>
    </p:spTree>
    <p:extLst>
      <p:ext uri="{BB962C8B-B14F-4D97-AF65-F5344CB8AC3E}">
        <p14:creationId xmlns:p14="http://schemas.microsoft.com/office/powerpoint/2010/main" val="4266961133"/>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817</TotalTime>
  <Words>621</Words>
  <Application>Microsoft Office PowerPoint</Application>
  <PresentationFormat>Custom</PresentationFormat>
  <Paragraphs>98</Paragraphs>
  <Slides>28</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Algerian</vt:lpstr>
      <vt:lpstr>Arial</vt:lpstr>
      <vt:lpstr>Arial Nova</vt:lpstr>
      <vt:lpstr>Calibri</vt:lpstr>
      <vt:lpstr>Calibri Light</vt:lpstr>
      <vt:lpstr>IBM Plex Serif SemiBold</vt:lpstr>
      <vt:lpstr>Times New Roman</vt:lpstr>
      <vt:lpstr>Wingdings</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omar farouk</dc:creator>
  <cp:lastModifiedBy>omar farouk</cp:lastModifiedBy>
  <cp:revision>49</cp:revision>
  <dcterms:modified xsi:type="dcterms:W3CDTF">2026-01-04T17:35:26Z</dcterms:modified>
</cp:coreProperties>
</file>